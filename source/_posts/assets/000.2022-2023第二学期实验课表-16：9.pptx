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1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331" r:id="rId2"/>
    <p:sldId id="330" r:id="rId3"/>
    <p:sldId id="361" r:id="rId4"/>
    <p:sldId id="338" r:id="rId5"/>
    <p:sldId id="355" r:id="rId6"/>
    <p:sldId id="266" r:id="rId7"/>
    <p:sldId id="332" r:id="rId8"/>
    <p:sldId id="339" r:id="rId9"/>
    <p:sldId id="340" r:id="rId10"/>
    <p:sldId id="296" r:id="rId11"/>
    <p:sldId id="333" r:id="rId12"/>
    <p:sldId id="343" r:id="rId13"/>
    <p:sldId id="344" r:id="rId14"/>
    <p:sldId id="324" r:id="rId15"/>
    <p:sldId id="356" r:id="rId16"/>
    <p:sldId id="347" r:id="rId17"/>
    <p:sldId id="310" r:id="rId18"/>
    <p:sldId id="335" r:id="rId19"/>
    <p:sldId id="358" r:id="rId20"/>
    <p:sldId id="359" r:id="rId21"/>
    <p:sldId id="336" r:id="rId22"/>
    <p:sldId id="352" r:id="rId23"/>
    <p:sldId id="362" r:id="rId24"/>
    <p:sldId id="354" r:id="rId25"/>
  </p:sldIdLst>
  <p:sldSz cx="12192000" cy="6858000"/>
  <p:notesSz cx="6858000" cy="9144000"/>
  <p:defaultTextStyle>
    <a:defPPr rtl="0">
      <a:defRPr lang="en-US"/>
    </a:defPPr>
    <a:lvl1pPr marL="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165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765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365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5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565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165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1">
          <p15:clr>
            <a:srgbClr val="A4A3A4"/>
          </p15:clr>
        </p15:guide>
        <p15:guide id="2" pos="384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1">
          <p15:clr>
            <a:srgbClr val="A4A3A4"/>
          </p15:clr>
        </p15:guide>
        <p15:guide id="2" pos="216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9012ECD-51FC-41F1-AA8D-1B2483CD663E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howGuides="1">
      <p:cViewPr varScale="1">
        <p:scale>
          <a:sx n="71" d="100"/>
          <a:sy n="71" d="100"/>
        </p:scale>
        <p:origin x="60" y="336"/>
      </p:cViewPr>
      <p:guideLst>
        <p:guide orient="horz" pos="2191"/>
        <p:guide pos="384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87" d="100"/>
          <a:sy n="87" d="100"/>
        </p:scale>
        <p:origin x="3840" y="96"/>
      </p:cViewPr>
      <p:guideLst>
        <p:guide orient="horz" pos="2921"/>
        <p:guide pos="216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zh-CN" altLang="en-US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algn="r" rtl="0"/>
            <a:fld id="{7178B13D-69C5-48FF-B4BC-F91E5DF1D623}" type="datetime1">
              <a:rPr lang="zh-CN" altLang="en-US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2022/12/29</a:t>
            </a:fld>
            <a:endParaRPr lang="zh-CN" altLang="en-US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zh-CN" altLang="en-US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algn="r" rtl="0"/>
            <a:fld id="{CFD77566-CD65-4859-9FA1-43956DC85B8C}" type="slidenum">
              <a:rPr lang="en-US" altLang="zh-CN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endParaRPr lang="zh-CN" altLang="en-US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6B449BB-9F99-43EE-A1AA-ED1E313F74C2}" type="datetime1">
              <a:rPr lang="zh-CN" altLang="en-US" smtClean="0"/>
              <a:t>2022/12/29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B8796F01-7154-41E0-B48B-A6921757531A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2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609600" algn="l" defTabSz="1219200" rtl="0" eaLnBrk="1" latinLnBrk="0" hangingPunct="1">
      <a:defRPr sz="1600" kern="1200">
        <a:solidFill>
          <a:schemeClr val="tx2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1219200" algn="l" defTabSz="1219200" rtl="0" eaLnBrk="1" latinLnBrk="0" hangingPunct="1">
      <a:defRPr sz="1600" kern="1200">
        <a:solidFill>
          <a:schemeClr val="tx2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828165" algn="l" defTabSz="1219200" rtl="0" eaLnBrk="1" latinLnBrk="0" hangingPunct="1">
      <a:defRPr sz="1600" kern="1200">
        <a:solidFill>
          <a:schemeClr val="tx2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2437765" algn="l" defTabSz="1219200" rtl="0" eaLnBrk="1" latinLnBrk="0" hangingPunct="1">
      <a:defRPr sz="1600" kern="1200">
        <a:solidFill>
          <a:schemeClr val="tx2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304736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56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16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796F01-7154-41E0-B48B-A6921757531A}" type="slidenum">
              <a:rPr lang="en-US" altLang="zh-CN" smtClean="0"/>
              <a:t>21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58248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 bwMode="auto"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4673600" y="1498602"/>
            <a:ext cx="7010400" cy="3298825"/>
          </a:xfrm>
        </p:spPr>
        <p:txBody>
          <a:bodyPr rtlCol="0">
            <a:normAutofit/>
          </a:bodyPr>
          <a:lstStyle>
            <a:lvl1pPr algn="l" rtl="0">
              <a:lnSpc>
                <a:spcPct val="90000"/>
              </a:lnSpc>
              <a:defRPr sz="5400" cap="none" baseline="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4673600" y="4927600"/>
            <a:ext cx="7010400" cy="12446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b="0">
                <a:solidFill>
                  <a:schemeClr val="tx1"/>
                </a:solidFill>
              </a:defRPr>
            </a:lvl1pPr>
            <a:lvl2pPr marL="60960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20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165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765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65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5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565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165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 advClick="0" advTm="2000">
    <p:randomBar dir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 baseline="0"/>
            </a:lvl7pPr>
            <a:lvl8pPr algn="l" rtl="0">
              <a:defRPr baseline="0"/>
            </a:lvl8pPr>
            <a:lvl9pPr algn="l" rtl="0">
              <a:defRPr baseline="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3D2BB3D5-B3F4-4256-B6ED-4B874E5DE258}" type="datetime1">
              <a:rPr lang="zh-CN" altLang="en-US" smtClean="0"/>
              <a:t>2022/12/29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A60BA0E-20D0-4E7C-B286-26C960A6788F}" type="slidenum">
              <a:rPr lang="en-US" altLang="zh-CN" noProof="0" smtClean="0"/>
              <a:t>‹#›</a:t>
            </a:fld>
            <a:endParaRPr lang="en-US" altLang="zh-CN" noProof="0" dirty="0"/>
          </a:p>
        </p:txBody>
      </p:sp>
    </p:spTree>
  </p:cSld>
  <p:clrMapOvr>
    <a:masterClrMapping/>
  </p:clrMapOvr>
  <p:transition spd="slow" advClick="0" advTm="2000">
    <p:randomBar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 bwMode="auto"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2800" y="4445000"/>
            <a:ext cx="7010400" cy="1930400"/>
          </a:xfrm>
        </p:spPr>
        <p:txBody>
          <a:bodyPr rtlCol="0" anchor="t">
            <a:normAutofit/>
          </a:bodyPr>
          <a:lstStyle>
            <a:lvl1pPr algn="l" rtl="0">
              <a:defRPr sz="5400" b="0" cap="none" baseline="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12800" y="3124201"/>
            <a:ext cx="7010400" cy="1296987"/>
          </a:xfrm>
        </p:spPr>
        <p:txBody>
          <a:bodyPr rtlCol="0" anchor="b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609600" indent="0" algn="l" rtl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 algn="l" rtl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165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765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365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5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565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6165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 advClick="0" advTm="2000">
    <p:randomBar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1117600" y="1701800"/>
            <a:ext cx="4978400" cy="4470400"/>
          </a:xfrm>
        </p:spPr>
        <p:txBody>
          <a:bodyPr rtlCol="0">
            <a:normAutofit/>
          </a:bodyPr>
          <a:lstStyle>
            <a:lvl1pPr algn="l" rtl="0">
              <a:defRPr sz="2400"/>
            </a:lvl1pPr>
            <a:lvl2pPr algn="l" rtl="0">
              <a:defRPr sz="2000"/>
            </a:lvl2pPr>
            <a:lvl3pPr algn="l" rtl="0">
              <a:defRPr sz="1800"/>
            </a:lvl3pPr>
            <a:lvl4pPr algn="l" rtl="0">
              <a:defRPr sz="1800"/>
            </a:lvl4pPr>
            <a:lvl5pPr marL="2011045" algn="l" rtl="0">
              <a:defRPr sz="1800"/>
            </a:lvl5pPr>
            <a:lvl6pPr marL="2011045" algn="l" rtl="0">
              <a:defRPr sz="1800"/>
            </a:lvl6pPr>
            <a:lvl7pPr marL="2011045" algn="l" rtl="0">
              <a:defRPr sz="1800"/>
            </a:lvl7pPr>
            <a:lvl8pPr marL="2011045" algn="l" rtl="0">
              <a:defRPr sz="1800"/>
            </a:lvl8pPr>
            <a:lvl9pPr marL="2011045" algn="l" rtl="0">
              <a:defRPr sz="180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299200" y="1701800"/>
            <a:ext cx="4978400" cy="4470400"/>
          </a:xfrm>
        </p:spPr>
        <p:txBody>
          <a:bodyPr rtlCol="0">
            <a:normAutofit/>
          </a:bodyPr>
          <a:lstStyle>
            <a:lvl1pPr algn="l" rtl="0">
              <a:defRPr sz="2400"/>
            </a:lvl1pPr>
            <a:lvl2pPr algn="l" rtl="0">
              <a:defRPr sz="2000"/>
            </a:lvl2pPr>
            <a:lvl3pPr algn="l" rtl="0">
              <a:defRPr sz="1800"/>
            </a:lvl3pPr>
            <a:lvl4pPr algn="l" rtl="0">
              <a:defRPr sz="1800"/>
            </a:lvl4pPr>
            <a:lvl5pPr marL="2011045" algn="l" rtl="0">
              <a:defRPr sz="1800"/>
            </a:lvl5pPr>
            <a:lvl6pPr marL="2011045" algn="l" rtl="0">
              <a:defRPr sz="1800"/>
            </a:lvl6pPr>
            <a:lvl7pPr marL="2011045" algn="l" rtl="0">
              <a:defRPr sz="1800"/>
            </a:lvl7pPr>
            <a:lvl8pPr marL="2011045" algn="l" rtl="0">
              <a:defRPr sz="1800"/>
            </a:lvl8pPr>
            <a:lvl9pPr marL="2011045" algn="l" rtl="0">
              <a:defRPr sz="180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109DE028-75A5-419A-B395-C2EDFBD58642}" type="datetime1">
              <a:rPr lang="zh-CN" altLang="en-US" smtClean="0"/>
              <a:t>2022/12/29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B37DED6-D4C7-42EE-AB49-D2E39E64FDE4}" type="slidenum">
              <a:rPr lang="en-US" altLang="zh-CN" noProof="0" smtClean="0"/>
              <a:t>‹#›</a:t>
            </a:fld>
            <a:endParaRPr lang="en-US" altLang="zh-CN" noProof="0" dirty="0"/>
          </a:p>
        </p:txBody>
      </p:sp>
    </p:spTree>
  </p:cSld>
  <p:clrMapOvr>
    <a:masterClrMapping/>
  </p:clrMapOvr>
  <p:transition spd="slow" advClick="0" advTm="2000">
    <p:randomBar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algn="l" rtl="0">
              <a:defRPr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1121665" y="1608836"/>
            <a:ext cx="4974336" cy="512064"/>
          </a:xfrm>
        </p:spPr>
        <p:txBody>
          <a:bodyPr rtlCol="0" anchor="b">
            <a:noAutofit/>
          </a:bodyPr>
          <a:lstStyle>
            <a:lvl1pPr marL="0" indent="0" algn="l" rtl="0">
              <a:spcBef>
                <a:spcPts val="0"/>
              </a:spcBef>
              <a:buNone/>
              <a:defRPr sz="2400" b="1"/>
            </a:lvl1pPr>
            <a:lvl2pPr marL="609600" indent="0" algn="l" rtl="0">
              <a:buNone/>
              <a:defRPr sz="2700" b="1"/>
            </a:lvl2pPr>
            <a:lvl3pPr marL="1219200" indent="0" algn="l" rtl="0">
              <a:buNone/>
              <a:defRPr sz="2400" b="1"/>
            </a:lvl3pPr>
            <a:lvl4pPr marL="1828165" indent="0" algn="l" rtl="0">
              <a:buNone/>
              <a:defRPr sz="2100" b="1"/>
            </a:lvl4pPr>
            <a:lvl5pPr marL="2437765" indent="0" algn="l" rtl="0">
              <a:buNone/>
              <a:defRPr sz="2100" b="1"/>
            </a:lvl5pPr>
            <a:lvl6pPr marL="3047365" indent="0" algn="l" rtl="0">
              <a:buNone/>
              <a:defRPr sz="2100" b="1"/>
            </a:lvl6pPr>
            <a:lvl7pPr marL="3656965" indent="0" algn="l" rtl="0">
              <a:buNone/>
              <a:defRPr sz="2100" b="1"/>
            </a:lvl7pPr>
            <a:lvl8pPr marL="4266565" indent="0" algn="l" rtl="0">
              <a:buNone/>
              <a:defRPr sz="2100" b="1"/>
            </a:lvl8pPr>
            <a:lvl9pPr marL="4876165" indent="0" algn="l" rtl="0">
              <a:buNone/>
              <a:defRPr sz="2100" b="1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1117600" y="2209800"/>
            <a:ext cx="4978400" cy="3962400"/>
          </a:xfrm>
        </p:spPr>
        <p:txBody>
          <a:bodyPr rtlCol="0">
            <a:normAutofit/>
          </a:bodyPr>
          <a:lstStyle>
            <a:lvl1pPr algn="l" rtl="0">
              <a:defRPr sz="2000"/>
            </a:lvl1pPr>
            <a:lvl2pPr algn="l" rtl="0">
              <a:defRPr sz="1800"/>
            </a:lvl2pPr>
            <a:lvl3pPr algn="l" rtl="0">
              <a:defRPr sz="1800"/>
            </a:lvl3pPr>
            <a:lvl4pPr algn="l" rtl="0">
              <a:defRPr sz="1800"/>
            </a:lvl4pPr>
            <a:lvl5pPr marL="2011045" algn="l" rtl="0">
              <a:defRPr sz="1800"/>
            </a:lvl5pPr>
            <a:lvl6pPr marL="2011045" algn="l" rtl="0">
              <a:defRPr sz="1800"/>
            </a:lvl6pPr>
            <a:lvl7pPr marL="2011045" algn="l" rtl="0">
              <a:defRPr sz="1800"/>
            </a:lvl7pPr>
            <a:lvl8pPr marL="2011045" algn="l" rtl="0">
              <a:defRPr sz="1800"/>
            </a:lvl8pPr>
            <a:lvl9pPr marL="2011045" algn="l" rtl="0">
              <a:defRPr sz="180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303264" y="1608836"/>
            <a:ext cx="4974336" cy="512064"/>
          </a:xfrm>
        </p:spPr>
        <p:txBody>
          <a:bodyPr rtlCol="0" anchor="b">
            <a:noAutofit/>
          </a:bodyPr>
          <a:lstStyle>
            <a:lvl1pPr marL="0" indent="0" algn="l" rtl="0">
              <a:spcBef>
                <a:spcPts val="0"/>
              </a:spcBef>
              <a:buNone/>
              <a:defRPr sz="2400" b="1"/>
            </a:lvl1pPr>
            <a:lvl2pPr marL="609600" indent="0" algn="l" rtl="0">
              <a:buNone/>
              <a:defRPr sz="2700" b="1"/>
            </a:lvl2pPr>
            <a:lvl3pPr marL="1219200" indent="0" algn="l" rtl="0">
              <a:buNone/>
              <a:defRPr sz="2400" b="1"/>
            </a:lvl3pPr>
            <a:lvl4pPr marL="1828165" indent="0" algn="l" rtl="0">
              <a:buNone/>
              <a:defRPr sz="2100" b="1"/>
            </a:lvl4pPr>
            <a:lvl5pPr marL="2437765" indent="0" algn="l" rtl="0">
              <a:buNone/>
              <a:defRPr sz="2100" b="1"/>
            </a:lvl5pPr>
            <a:lvl6pPr marL="3047365" indent="0" algn="l" rtl="0">
              <a:buNone/>
              <a:defRPr sz="2100" b="1"/>
            </a:lvl6pPr>
            <a:lvl7pPr marL="3656965" indent="0" algn="l" rtl="0">
              <a:buNone/>
              <a:defRPr sz="2100" b="1"/>
            </a:lvl7pPr>
            <a:lvl8pPr marL="4266565" indent="0" algn="l" rtl="0">
              <a:buNone/>
              <a:defRPr sz="2100" b="1"/>
            </a:lvl8pPr>
            <a:lvl9pPr marL="4876165" indent="0" algn="l" rtl="0">
              <a:buNone/>
              <a:defRPr sz="2100" b="1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299200" y="2209800"/>
            <a:ext cx="4978400" cy="3962400"/>
          </a:xfrm>
        </p:spPr>
        <p:txBody>
          <a:bodyPr rtlCol="0">
            <a:normAutofit/>
          </a:bodyPr>
          <a:lstStyle>
            <a:lvl1pPr algn="l" rtl="0">
              <a:defRPr sz="2000"/>
            </a:lvl1pPr>
            <a:lvl2pPr algn="l" rtl="0">
              <a:defRPr sz="1800"/>
            </a:lvl2pPr>
            <a:lvl3pPr algn="l" rtl="0">
              <a:defRPr sz="1800"/>
            </a:lvl3pPr>
            <a:lvl4pPr algn="l" rtl="0">
              <a:defRPr sz="1800"/>
            </a:lvl4pPr>
            <a:lvl5pPr marL="2011045" algn="l" rtl="0">
              <a:defRPr sz="1800"/>
            </a:lvl5pPr>
            <a:lvl6pPr marL="2011045" algn="l" rtl="0">
              <a:defRPr sz="1800"/>
            </a:lvl6pPr>
            <a:lvl7pPr marL="2011045" algn="l" rtl="0">
              <a:defRPr sz="1800"/>
            </a:lvl7pPr>
            <a:lvl8pPr marL="2011045" algn="l" rtl="0">
              <a:defRPr sz="1800"/>
            </a:lvl8pPr>
            <a:lvl9pPr marL="2011045" algn="l" rtl="0">
              <a:defRPr sz="180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6DB54F77-3742-4919-9EAD-96757A014E94}" type="datetime1">
              <a:rPr lang="zh-CN" altLang="en-US" smtClean="0"/>
              <a:t>2022/12/29</a:t>
            </a:fld>
            <a:endParaRPr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B37DED6-D4C7-42EE-AB49-D2E39E64FDE4}" type="slidenum">
              <a:rPr lang="en-US" altLang="zh-CN" noProof="0" smtClean="0"/>
              <a:t>‹#›</a:t>
            </a:fld>
            <a:endParaRPr lang="en-US" altLang="zh-CN" noProof="0" dirty="0"/>
          </a:p>
        </p:txBody>
      </p:sp>
    </p:spTree>
  </p:cSld>
  <p:clrMapOvr>
    <a:masterClrMapping/>
  </p:clrMapOvr>
  <p:transition spd="slow" advClick="0" advTm="2000">
    <p:randomBar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C6EB163-526A-4855-8844-4C6501B96975}" type="datetime1">
              <a:rPr lang="zh-CN" altLang="en-US" smtClean="0"/>
              <a:t>2022/12/29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B37DED6-D4C7-42EE-AB49-D2E39E64FDE4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</p:spTree>
  </p:cSld>
  <p:clrMapOvr>
    <a:masterClrMapping/>
  </p:clrMapOvr>
  <p:transition spd="slow" advClick="0" advTm="2000">
    <p:randomBar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4E9B638C-251D-44EC-B8B2-08EC45208A21}" type="datetime1">
              <a:rPr lang="zh-CN" altLang="en-US" smtClean="0"/>
              <a:t>2022/12/29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B37DED6-D4C7-42EE-AB49-D2E39E64FDE4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</p:spTree>
  </p:cSld>
  <p:clrMapOvr>
    <a:masterClrMapping/>
  </p:clrMapOvr>
  <p:transition spd="slow" advClick="0" advTm="2000">
    <p:randomBar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带题注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3962400" y="0"/>
            <a:ext cx="79248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5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zh-CN" altLang="en-US" sz="2400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4801" y="1701800"/>
            <a:ext cx="3352800" cy="2844800"/>
          </a:xfrm>
        </p:spPr>
        <p:txBody>
          <a:bodyPr rtlCol="0" anchor="b">
            <a:normAutofit/>
          </a:bodyPr>
          <a:lstStyle>
            <a:lvl1pPr algn="l" rtl="0"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4470401" y="482600"/>
            <a:ext cx="6807200" cy="5892800"/>
          </a:xfrm>
        </p:spPr>
        <p:txBody>
          <a:bodyPr rtlCol="0">
            <a:normAutofit/>
          </a:bodyPr>
          <a:lstStyle>
            <a:lvl1pPr algn="l" rtl="0"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algn="l" rtl="0"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algn="l" rtl="0"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algn="l" rtl="0"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algn="l" rtl="0">
              <a:defRPr sz="1800"/>
            </a:lvl6pPr>
            <a:lvl7pPr algn="l" rtl="0">
              <a:defRPr sz="1800"/>
            </a:lvl7pPr>
            <a:lvl8pPr algn="l" rtl="0">
              <a:defRPr sz="1800"/>
            </a:lvl8pPr>
            <a:lvl9pPr algn="l" rtl="0">
              <a:defRPr sz="180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304801" y="4648200"/>
            <a:ext cx="3352800" cy="17272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200"/>
              </a:spcBef>
              <a:buNone/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 algn="l" rtl="0">
              <a:buNone/>
              <a:defRPr sz="1600"/>
            </a:lvl2pPr>
            <a:lvl3pPr marL="1219200" indent="0" algn="l" rtl="0">
              <a:buNone/>
              <a:defRPr sz="1300"/>
            </a:lvl3pPr>
            <a:lvl4pPr marL="1828165" indent="0" algn="l" rtl="0">
              <a:buNone/>
              <a:defRPr sz="1200"/>
            </a:lvl4pPr>
            <a:lvl5pPr marL="2437765" indent="0" algn="l" rtl="0">
              <a:buNone/>
              <a:defRPr sz="1200"/>
            </a:lvl5pPr>
            <a:lvl6pPr marL="3047365" indent="0" algn="l" rtl="0">
              <a:buNone/>
              <a:defRPr sz="1200"/>
            </a:lvl6pPr>
            <a:lvl7pPr marL="3656965" indent="0" algn="l" rtl="0">
              <a:buNone/>
              <a:defRPr sz="1200"/>
            </a:lvl7pPr>
            <a:lvl8pPr marL="4266565" indent="0" algn="l" rtl="0">
              <a:buNone/>
              <a:defRPr sz="1200"/>
            </a:lvl8pPr>
            <a:lvl9pPr marL="4876165" indent="0" algn="l" rtl="0">
              <a:buNone/>
              <a:defRPr sz="120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D005F57-EA56-4A95-B718-20B6AA09091F}" type="datetime1">
              <a:rPr lang="zh-CN" altLang="en-US" smtClean="0"/>
              <a:t>2022/12/29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2DFBB78A-01B4-41F2-96B0-677A4A282832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 advClick="0" advTm="2000">
    <p:randomBar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带题注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2082801" y="0"/>
            <a:ext cx="80264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5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zh-CN" altLang="en-US" sz="2400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38401" y="4800600"/>
            <a:ext cx="7315200" cy="762000"/>
          </a:xfrm>
        </p:spPr>
        <p:txBody>
          <a:bodyPr rtlCol="0" anchor="b">
            <a:normAutofit/>
          </a:bodyPr>
          <a:lstStyle>
            <a:lvl1pPr algn="l" rtl="0"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438401" y="279402"/>
            <a:ext cx="7315200" cy="4448175"/>
          </a:xfrm>
        </p:spPr>
        <p:txBody>
          <a:bodyPr rtlCol="0">
            <a:normAutofit/>
          </a:bodyPr>
          <a:lstStyle>
            <a:lvl1pPr marL="0" indent="0" algn="l" rtl="0">
              <a:buNone/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 algn="l" rtl="0">
              <a:buNone/>
              <a:defRPr sz="3700"/>
            </a:lvl2pPr>
            <a:lvl3pPr marL="1219200" indent="0" algn="l" rtl="0">
              <a:buNone/>
              <a:defRPr sz="3200"/>
            </a:lvl3pPr>
            <a:lvl4pPr marL="1828165" indent="0" algn="l" rtl="0">
              <a:buNone/>
              <a:defRPr sz="2700"/>
            </a:lvl4pPr>
            <a:lvl5pPr marL="2437765" indent="0" algn="l" rtl="0">
              <a:buNone/>
              <a:defRPr sz="2700"/>
            </a:lvl5pPr>
            <a:lvl6pPr marL="3047365" indent="0" algn="l" rtl="0">
              <a:buNone/>
              <a:defRPr sz="2700"/>
            </a:lvl6pPr>
            <a:lvl7pPr marL="3656965" indent="0" algn="l" rtl="0">
              <a:buNone/>
              <a:defRPr sz="2700"/>
            </a:lvl7pPr>
            <a:lvl8pPr marL="4266565" indent="0" algn="l" rtl="0">
              <a:buNone/>
              <a:defRPr sz="2700"/>
            </a:lvl8pPr>
            <a:lvl9pPr marL="4876165" indent="0" algn="l" rtl="0">
              <a:buNone/>
              <a:defRPr sz="2700"/>
            </a:lvl9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2438401" y="5562600"/>
            <a:ext cx="7315200" cy="8128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 algn="l" rtl="0">
              <a:buNone/>
              <a:defRPr sz="1600"/>
            </a:lvl2pPr>
            <a:lvl3pPr marL="1219200" indent="0" algn="l" rtl="0">
              <a:buNone/>
              <a:defRPr sz="1300"/>
            </a:lvl3pPr>
            <a:lvl4pPr marL="1828165" indent="0" algn="l" rtl="0">
              <a:buNone/>
              <a:defRPr sz="1200"/>
            </a:lvl4pPr>
            <a:lvl5pPr marL="2437765" indent="0" algn="l" rtl="0">
              <a:buNone/>
              <a:defRPr sz="1200"/>
            </a:lvl5pPr>
            <a:lvl6pPr marL="3047365" indent="0" algn="l" rtl="0">
              <a:buNone/>
              <a:defRPr sz="1200"/>
            </a:lvl6pPr>
            <a:lvl7pPr marL="3656965" indent="0" algn="l" rtl="0">
              <a:buNone/>
              <a:defRPr sz="1200"/>
            </a:lvl7pPr>
            <a:lvl8pPr marL="4266565" indent="0" algn="l" rtl="0">
              <a:buNone/>
              <a:defRPr sz="1200"/>
            </a:lvl8pPr>
            <a:lvl9pPr marL="4876165" indent="0" algn="l" rtl="0">
              <a:buNone/>
              <a:defRPr sz="120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6F99FFF-1AD8-41BA-A4C2-05782CB95A16}" type="datetime1">
              <a:rPr lang="zh-CN" altLang="en-US" smtClean="0"/>
              <a:t>2022/12/29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2DFBB78A-01B4-41F2-96B0-677A4A282832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</p:spTree>
  </p:cSld>
  <p:clrMapOvr>
    <a:masterClrMapping/>
  </p:clrMapOvr>
  <p:transition spd="slow" advClick="0" advTm="2000">
    <p:randomBar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/>
          <a:lstStyle/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55677D0B-F53C-4787-A85A-18D33BC3BEA1}" type="datetime1">
              <a:rPr lang="zh-CN" altLang="en-US" smtClean="0"/>
              <a:t>2022/12/29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91C5AD9-787D-40FA-8A4D-16A055B9AF81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</p:spTree>
  </p:cSld>
  <p:clrMapOvr>
    <a:masterClrMapping/>
  </p:clrMapOvr>
  <p:transition spd="slow" advClick="0" advTm="2000">
    <p:randomBar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标题 1"/>
          <p:cNvSpPr>
            <a:spLocks noGrp="1"/>
          </p:cNvSpPr>
          <p:nvPr>
            <p:ph type="title" orient="vert"/>
          </p:nvPr>
        </p:nvSpPr>
        <p:spPr>
          <a:xfrm>
            <a:off x="9855200" y="274639"/>
            <a:ext cx="1422400" cy="5897561"/>
          </a:xfrm>
        </p:spPr>
        <p:txBody>
          <a:bodyPr vert="eaVert"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1117600" y="274639"/>
            <a:ext cx="8534401" cy="5897561"/>
          </a:xfrm>
        </p:spPr>
        <p:txBody>
          <a:bodyPr vert="eaVert" rtlCol="0"/>
          <a:lstStyle/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54B89B6B-C640-4814-94E3-C138F9C73EE7}" type="datetime1">
              <a:rPr lang="zh-CN" altLang="en-US" smtClean="0"/>
              <a:t>2022/12/29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91C5AD9-787D-40FA-8A4D-16A055B9AF81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</p:spTree>
  </p:cSld>
  <p:clrMapOvr>
    <a:masterClrMapping/>
  </p:clrMapOvr>
  <p:transition spd="slow" advClick="0" advTm="2000">
    <p:randomBar dir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304801" y="0"/>
            <a:ext cx="115824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5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zh-CN" altLang="en-US" sz="2400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117600" y="76200"/>
            <a:ext cx="10160000" cy="1397000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pPr rt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17600" y="1701800"/>
            <a:ext cx="10160000" cy="4470400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117600" y="6400802"/>
            <a:ext cx="2743200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l" rtl="0">
              <a:defRPr sz="1200">
                <a:solidFill>
                  <a:schemeClr val="tx2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74EC2AD-E193-40F2-8E09-6DD726A8C215}" type="datetime1">
              <a:rPr lang="zh-CN" altLang="en-US" smtClean="0"/>
              <a:t>2022/12/29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908861" y="6400802"/>
            <a:ext cx="6217920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ctr" rtl="0">
              <a:defRPr sz="1200">
                <a:solidFill>
                  <a:schemeClr val="tx2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169795" y="6400802"/>
            <a:ext cx="1107806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r" rtl="0">
              <a:defRPr sz="1200">
                <a:solidFill>
                  <a:schemeClr val="tx2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EB37DED6-D4C7-42EE-AB49-D2E39E64FDE4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 advClick="0" advTm="2000">
    <p:randomBar dir="vert"/>
  </p:transition>
  <p:txStyles>
    <p:titleStyle>
      <a:lvl1pPr algn="l" defTabSz="1219200" rtl="0" eaLnBrk="1" latinLnBrk="0" hangingPunct="1">
        <a:lnSpc>
          <a:spcPct val="85000"/>
        </a:lnSpc>
        <a:spcBef>
          <a:spcPct val="0"/>
        </a:spcBef>
        <a:buNone/>
        <a:defRPr sz="4400" kern="1200" cap="none" baseline="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304800" indent="-304800" algn="l" defTabSz="1219200" rtl="0" eaLnBrk="1" latinLnBrk="0" hangingPunct="1">
        <a:lnSpc>
          <a:spcPct val="95000"/>
        </a:lnSpc>
        <a:spcBef>
          <a:spcPts val="1865"/>
        </a:spcBef>
        <a:buSzPct val="10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731520" indent="-304800" algn="l" defTabSz="1219200" rtl="0" eaLnBrk="1" latinLnBrk="0" hangingPunct="1">
        <a:lnSpc>
          <a:spcPct val="95000"/>
        </a:lnSpc>
        <a:spcBef>
          <a:spcPts val="1065"/>
        </a:spcBef>
        <a:buSzPct val="100000"/>
        <a:buFont typeface="Century Gothic" panose="020B0502020202020204" pitchFamily="34" charset="0"/>
        <a:buChar char="–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58240" indent="-304800" algn="l" defTabSz="1219200" rtl="0" eaLnBrk="1" latinLnBrk="0" hangingPunct="1">
        <a:lnSpc>
          <a:spcPct val="95000"/>
        </a:lnSpc>
        <a:spcBef>
          <a:spcPts val="1065"/>
        </a:spcBef>
        <a:buSzPct val="100000"/>
        <a:buFont typeface="Century Gothic" panose="020B0502020202020204" pitchFamily="34" charset="0"/>
        <a:buChar char="–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584960" indent="-304800" algn="l" defTabSz="1219200" rtl="0" eaLnBrk="1" latinLnBrk="0" hangingPunct="1">
        <a:lnSpc>
          <a:spcPct val="95000"/>
        </a:lnSpc>
        <a:spcBef>
          <a:spcPts val="1065"/>
        </a:spcBef>
        <a:buSzPct val="100000"/>
        <a:buFont typeface="Century Gothic" panose="020B0502020202020204" pitchFamily="34" charset="0"/>
        <a:buChar char="–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11045" indent="-304800" algn="l" defTabSz="1219200" rtl="0" eaLnBrk="1" latinLnBrk="0" hangingPunct="1">
        <a:lnSpc>
          <a:spcPct val="95000"/>
        </a:lnSpc>
        <a:spcBef>
          <a:spcPts val="1065"/>
        </a:spcBef>
        <a:buSzPct val="100000"/>
        <a:buFont typeface="Century Gothic" panose="020B0502020202020204" pitchFamily="34" charset="0"/>
        <a:buChar char="–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437765" indent="-304800" algn="l" defTabSz="1219200" rtl="0" eaLnBrk="1" latinLnBrk="0" hangingPunct="1">
        <a:lnSpc>
          <a:spcPct val="95000"/>
        </a:lnSpc>
        <a:spcBef>
          <a:spcPts val="1065"/>
        </a:spcBef>
        <a:buSzPct val="90000"/>
        <a:buFont typeface="Century Gothic" panose="020B0502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864485" indent="-304800" algn="l" defTabSz="1219200" rtl="0" eaLnBrk="1" latinLnBrk="0" hangingPunct="1">
        <a:lnSpc>
          <a:spcPct val="95000"/>
        </a:lnSpc>
        <a:spcBef>
          <a:spcPts val="1065"/>
        </a:spcBef>
        <a:buSzPct val="90000"/>
        <a:buFont typeface="Century Gothic" panose="020B0502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91205" indent="-304800" algn="l" defTabSz="1219200" rtl="0" eaLnBrk="1" latinLnBrk="0" hangingPunct="1">
        <a:lnSpc>
          <a:spcPct val="95000"/>
        </a:lnSpc>
        <a:spcBef>
          <a:spcPts val="1065"/>
        </a:spcBef>
        <a:buSzPct val="90000"/>
        <a:buFont typeface="Century Gothic" panose="020B0502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78885" indent="-304800" algn="l" defTabSz="1219200" rtl="0" eaLnBrk="1" latinLnBrk="0" hangingPunct="1">
        <a:lnSpc>
          <a:spcPct val="95000"/>
        </a:lnSpc>
        <a:spcBef>
          <a:spcPts val="1065"/>
        </a:spcBef>
        <a:buSzPct val="90000"/>
        <a:buFont typeface="Century Gothic" panose="020B0502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1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7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3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5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1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表格 8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64197981"/>
              </p:ext>
            </p:extLst>
          </p:nvPr>
        </p:nvGraphicFramePr>
        <p:xfrm>
          <a:off x="2999656" y="548640"/>
          <a:ext cx="8928992" cy="6128642"/>
        </p:xfrm>
        <a:graphic>
          <a:graphicData uri="http://schemas.openxmlformats.org/drawingml/2006/table">
            <a:tbl>
              <a:tblPr/>
              <a:tblGrid>
                <a:gridCol w="5193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07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40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9775">
                <a:tc rowSpan="8">
                  <a:txBody>
                    <a:bodyPr/>
                    <a:lstStyle/>
                    <a:p>
                      <a:pPr algn="ctr" fontAlgn="ctr"/>
                      <a:r>
                        <a:rPr lang="zh-CN" altLang="en-US" sz="2400" b="1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星期一</a:t>
                      </a:r>
                    </a:p>
                  </a:txBody>
                  <a:tcPr marL="8194" marR="8194" marT="81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8">
                  <a:txBody>
                    <a:bodyPr/>
                    <a:lstStyle/>
                    <a:p>
                      <a:pPr algn="ctr" fontAlgn="ctr"/>
                      <a:r>
                        <a:rPr lang="en-US" altLang="zh-CN" sz="2400" b="1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8:00-10:00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b="1" i="0" u="none" strike="noStrike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203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400" b="1" i="0" u="none" strike="noStrike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面向对象开发技术</a:t>
                      </a:r>
                      <a:r>
                        <a:rPr lang="en-US" altLang="zh-CN" sz="2400" b="1" i="0" u="none" strike="noStrike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21.[7-8]</a:t>
                      </a:r>
                      <a:r>
                        <a:rPr lang="zh-CN" altLang="en-US" sz="2400" b="1" i="0" u="none" strike="noStrike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</a:t>
                      </a:r>
                      <a:r>
                        <a:rPr lang="en-US" altLang="zh-CN" sz="2400" b="1" i="0" u="none" strike="noStrike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软件菁英班</a:t>
                      </a:r>
                      <a:r>
                        <a:rPr lang="en-US" altLang="zh-CN" sz="2400" b="1" i="0" u="none" strike="noStrike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</a:t>
                      </a:r>
                      <a:r>
                        <a:rPr lang="zh-CN" altLang="en-US" sz="2400" b="1" i="0" u="none" strike="noStrike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</a:t>
                      </a:r>
                      <a:r>
                        <a:rPr lang="en-US" altLang="zh-CN" sz="2400" b="1" i="0" u="none" strike="noStrike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7-14</a:t>
                      </a:r>
                      <a:r>
                        <a:rPr lang="zh-CN" altLang="en-US" sz="2400" b="1" i="0" u="none" strike="noStrike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周，陈洪波</a:t>
                      </a:r>
                      <a:endParaRPr lang="zh-CN" altLang="en-US" sz="2400" b="1" i="0" u="none" strike="noStrike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977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b="1" i="0" u="none" strike="noStrike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303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400" b="1" i="0" u="none" strike="noStrike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据结构课程设计</a:t>
                      </a:r>
                      <a:r>
                        <a:rPr lang="en-US" altLang="zh-CN" sz="2400" b="1" i="0" u="none" strike="noStrike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2400" b="1" i="0" u="none" strike="noStrike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双语</a:t>
                      </a:r>
                      <a:r>
                        <a:rPr lang="en-US" altLang="zh-CN" sz="2400" b="1" i="0" u="none" strike="noStrike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),</a:t>
                      </a:r>
                      <a:r>
                        <a:rPr lang="zh-CN" altLang="en-US" sz="2400" b="1" i="0" u="none" strike="noStrike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21.[7-8]</a:t>
                      </a:r>
                      <a:r>
                        <a:rPr lang="zh-CN" altLang="en-US" sz="2400" b="1" i="0" u="none" strike="noStrike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班，第</a:t>
                      </a:r>
                      <a:r>
                        <a:rPr lang="en-US" altLang="zh-CN" sz="2400" b="1" i="0" u="none" strike="noStrike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2400" b="1" i="0" u="none" strike="noStrike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周，吴昊</a:t>
                      </a:r>
                      <a:endParaRPr lang="zh-CN" altLang="en-US" sz="2400" b="1" i="0" u="none" strike="noStrike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977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b="1" i="0" u="none" strike="noStrike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303</a:t>
                      </a:r>
                      <a:endParaRPr lang="en-US" altLang="zh-CN" sz="2400" b="1" i="0" u="none" strike="noStrike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400" b="1" i="0" u="none" strike="noStrike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数据库系统</a:t>
                      </a:r>
                      <a:r>
                        <a:rPr lang="en-US" altLang="zh-CN" sz="2400" b="1" i="0" u="none" strike="noStrike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2400" b="1" i="0" u="none" strike="noStrike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双语</a:t>
                      </a:r>
                      <a:r>
                        <a:rPr lang="en-US" altLang="zh-CN" sz="2400" b="1" i="0" u="none" strike="noStrike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),</a:t>
                      </a:r>
                      <a:r>
                        <a:rPr lang="zh-CN" altLang="en-US" sz="2400" b="1" i="0" u="none" strike="noStrike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21.[3-4]</a:t>
                      </a:r>
                      <a:r>
                        <a:rPr lang="zh-CN" altLang="en-US" sz="2400" b="1" i="0" u="none" strike="noStrike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</a:t>
                      </a:r>
                      <a:r>
                        <a:rPr lang="en-US" altLang="zh-CN" sz="2400" b="1" i="0" u="none" strike="noStrike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</a:t>
                      </a:r>
                      <a:r>
                        <a:rPr lang="zh-CN" altLang="en-US" sz="2400" b="1" i="0" u="none" strike="noStrike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数媒</a:t>
                      </a:r>
                      <a:r>
                        <a:rPr lang="en-US" altLang="zh-CN" sz="2400" b="1" i="0" u="none" strike="noStrike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</a:t>
                      </a:r>
                      <a:r>
                        <a:rPr lang="zh-CN" altLang="en-US" sz="2400" b="1" i="0" u="none" strike="noStrike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</a:t>
                      </a:r>
                      <a:r>
                        <a:rPr lang="en-US" altLang="zh-CN" sz="2400" b="1" i="0" u="none" strike="noStrike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7-14</a:t>
                      </a:r>
                      <a:r>
                        <a:rPr lang="zh-CN" altLang="en-US" sz="2400" b="1" i="0" u="none" strike="noStrike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周，王诚梅，李保栋</a:t>
                      </a:r>
                      <a:endParaRPr lang="zh-CN" altLang="en-US" sz="2400" b="1" i="0" u="none" strike="noStrike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977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2400" b="1" i="0" u="none" strike="noStrike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b="1" i="0" u="none" strike="noStrike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305</a:t>
                      </a:r>
                      <a:endParaRPr lang="en-US" altLang="zh-CN" sz="2400" b="1" i="0" u="none" strike="noStrike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400" b="1" i="0" u="none" strike="noStrike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数据结构课程设计</a:t>
                      </a:r>
                      <a:r>
                        <a:rPr lang="en-US" altLang="zh-CN" sz="2400" b="1" i="0" u="none" strike="noStrike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2400" b="1" i="0" u="none" strike="noStrike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双语</a:t>
                      </a:r>
                      <a:r>
                        <a:rPr lang="en-US" altLang="zh-CN" sz="2400" b="1" i="0" u="none" strike="noStrike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),</a:t>
                      </a:r>
                      <a:r>
                        <a:rPr lang="zh-CN" altLang="en-US" sz="2400" b="1" i="0" u="none" strike="noStrike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21.[3-4]</a:t>
                      </a:r>
                      <a:r>
                        <a:rPr lang="zh-CN" altLang="en-US" sz="2400" b="1" i="0" u="none" strike="noStrike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</a:t>
                      </a:r>
                      <a:r>
                        <a:rPr lang="en-US" altLang="zh-CN" sz="2400" b="1" i="0" u="none" strike="noStrike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软件网安</a:t>
                      </a:r>
                      <a:r>
                        <a:rPr lang="en-US" altLang="zh-CN" sz="2400" b="1" i="0" u="none" strike="noStrike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</a:t>
                      </a:r>
                      <a:r>
                        <a:rPr lang="zh-CN" altLang="en-US" sz="2400" b="1" i="0" u="none" strike="noStrike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班，第</a:t>
                      </a:r>
                      <a:r>
                        <a:rPr lang="en-US" altLang="zh-CN" sz="2400" b="1" i="0" u="none" strike="noStrike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2400" b="1" i="0" u="none" strike="noStrike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周，董国庆</a:t>
                      </a:r>
                      <a:endParaRPr lang="zh-CN" altLang="en-US" sz="2400" b="1" i="0" u="none" strike="noStrike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977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zh-CN" sz="2400" b="1" i="0" u="none" strike="noStrike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b="1" i="0" u="none" strike="noStrike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305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b="1" i="0" u="none" strike="noStrike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C++</a:t>
                      </a:r>
                      <a:r>
                        <a:rPr lang="zh-CN" altLang="en-US" sz="2400" b="1" i="0" u="none" strike="noStrike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程序设计</a:t>
                      </a:r>
                      <a:r>
                        <a:rPr lang="en-US" altLang="zh-CN" sz="2400" b="1" i="0" u="none" strike="noStrike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22.[5-6]</a:t>
                      </a:r>
                      <a:r>
                        <a:rPr lang="zh-CN" altLang="en-US" sz="2400" b="1" i="0" u="none" strike="noStrike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</a:t>
                      </a:r>
                      <a:r>
                        <a:rPr lang="en-US" altLang="zh-CN" sz="2400" b="1" i="0" u="none" strike="noStrike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2-9</a:t>
                      </a:r>
                      <a:r>
                        <a:rPr lang="zh-CN" altLang="en-US" sz="2400" b="1" i="0" u="none" strike="noStrike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周，王政</a:t>
                      </a:r>
                      <a:endParaRPr lang="zh-CN" altLang="en-US" sz="2400" b="1" i="0" u="none" strike="noStrike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564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b="1" i="0" u="none" strike="noStrike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407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400" b="1" i="0" u="none" strike="noStrike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数据结构课程设计</a:t>
                      </a:r>
                      <a:r>
                        <a:rPr lang="en-US" altLang="zh-CN" sz="2400" b="1" i="0" u="none" strike="noStrike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2400" b="1" i="0" u="none" strike="noStrike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双语</a:t>
                      </a:r>
                      <a:r>
                        <a:rPr lang="en-US" altLang="zh-CN" sz="2400" b="1" i="0" u="none" strike="noStrike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),</a:t>
                      </a:r>
                      <a:r>
                        <a:rPr lang="zh-CN" altLang="en-US" sz="2400" b="1" i="0" u="none" strike="noStrike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21.[5-6]</a:t>
                      </a:r>
                      <a:r>
                        <a:rPr lang="zh-CN" altLang="en-US" sz="2400" b="1" i="0" u="none" strike="noStrike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班，第</a:t>
                      </a:r>
                      <a:r>
                        <a:rPr lang="en-US" altLang="zh-CN" sz="2400" b="1" i="0" u="none" strike="noStrike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2400" b="1" i="0" u="none" strike="noStrike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周，郭凤华</a:t>
                      </a:r>
                      <a:endParaRPr lang="zh-CN" altLang="en-US" sz="2400" b="1" i="0" u="none" strike="noStrike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564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b="1" i="0" u="none" strike="noStrike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407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400" b="1" i="0" u="none" strike="noStrike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计算机网络</a:t>
                      </a:r>
                      <a:r>
                        <a:rPr lang="en-US" altLang="zh-CN" sz="2400" b="1" i="0" u="none" strike="noStrike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2400" b="1" i="0" u="none" strike="noStrike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双语</a:t>
                      </a:r>
                      <a:r>
                        <a:rPr lang="en-US" altLang="zh-CN" sz="2400" b="1" i="0" u="none" strike="noStrike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),</a:t>
                      </a:r>
                      <a:r>
                        <a:rPr lang="zh-CN" altLang="en-US" sz="2400" b="1" i="0" u="none" strike="noStrike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软件网安</a:t>
                      </a:r>
                      <a:r>
                        <a:rPr lang="en-US" altLang="zh-CN" sz="2400" b="1" i="0" u="none" strike="noStrike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</a:t>
                      </a:r>
                      <a:r>
                        <a:rPr lang="zh-CN" altLang="en-US" sz="2400" b="1" i="0" u="none" strike="noStrike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</a:t>
                      </a:r>
                      <a:r>
                        <a:rPr lang="en-US" altLang="zh-CN" sz="2400" b="1" i="0" u="none" strike="noStrike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7-14</a:t>
                      </a:r>
                      <a:r>
                        <a:rPr lang="zh-CN" altLang="en-US" sz="2400" b="1" i="0" u="none" strike="noStrike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周，李巍</a:t>
                      </a:r>
                      <a:endParaRPr lang="zh-CN" altLang="en-US" sz="2400" b="1" i="0" u="none" strike="noStrike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1954085"/>
                  </a:ext>
                </a:extLst>
              </a:tr>
              <a:tr h="95440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b="1" i="0" u="none" strike="noStrike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504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400" b="1" i="0" u="none" strike="noStrike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数据库系统</a:t>
                      </a:r>
                      <a:r>
                        <a:rPr lang="en-US" altLang="zh-CN" sz="2400" b="1" i="0" u="none" strike="noStrike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2400" b="1" i="0" u="none" strike="noStrike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双语</a:t>
                      </a:r>
                      <a:r>
                        <a:rPr lang="en-US" altLang="zh-CN" sz="2400" b="1" i="0" u="none" strike="noStrike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),</a:t>
                      </a:r>
                      <a:r>
                        <a:rPr lang="zh-CN" altLang="en-US" sz="2400" b="1" i="0" u="none" strike="noStrike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21.[3-4]</a:t>
                      </a:r>
                      <a:r>
                        <a:rPr lang="zh-CN" altLang="en-US" sz="2400" b="1" i="0" u="none" strike="noStrike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</a:t>
                      </a:r>
                      <a:r>
                        <a:rPr lang="en-US" altLang="zh-CN" sz="2400" b="1" i="0" u="none" strike="noStrike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</a:t>
                      </a:r>
                      <a:r>
                        <a:rPr lang="zh-CN" altLang="en-US" sz="2400" b="1" i="0" u="none" strike="noStrike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数媒</a:t>
                      </a:r>
                      <a:r>
                        <a:rPr lang="en-US" altLang="zh-CN" sz="2400" b="1" i="0" u="none" strike="noStrike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</a:t>
                      </a:r>
                      <a:r>
                        <a:rPr lang="zh-CN" altLang="en-US" sz="2400" b="1" i="0" u="none" strike="noStrike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</a:t>
                      </a:r>
                      <a:r>
                        <a:rPr lang="en-US" altLang="zh-CN" sz="2400" b="1" i="0" u="none" strike="noStrike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7-14</a:t>
                      </a:r>
                      <a:r>
                        <a:rPr lang="zh-CN" altLang="en-US" sz="2400" b="1" i="0" u="none" strike="noStrike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周，王诚梅，李保栋</a:t>
                      </a:r>
                      <a:endParaRPr lang="zh-CN" altLang="en-US" sz="2400" b="1" i="0" u="none" strike="noStrike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 advClick="0" advTm="3000">
    <p:randomBar dir="vert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9146666"/>
              </p:ext>
            </p:extLst>
          </p:nvPr>
        </p:nvGraphicFramePr>
        <p:xfrm>
          <a:off x="695400" y="793016"/>
          <a:ext cx="11233248" cy="5443750"/>
        </p:xfrm>
        <a:graphic>
          <a:graphicData uri="http://schemas.openxmlformats.org/drawingml/2006/table">
            <a:tbl>
              <a:tblPr/>
              <a:tblGrid>
                <a:gridCol w="3795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67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56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213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14210">
                <a:tc rowSpan="6"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zh-CN" altLang="en-US" sz="2400" b="1" i="0" u="none" strike="noStrike" kern="12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星期一</a:t>
                      </a:r>
                    </a:p>
                  </a:txBody>
                  <a:tcPr marL="8194" marR="8194" marT="81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10:00-12:00</a:t>
                      </a:r>
                      <a:endParaRPr lang="en-US" altLang="zh-CN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303</a:t>
                      </a:r>
                      <a:endParaRPr lang="en-US" altLang="zh-CN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数据结构课程设计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双语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21.[7-8]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班，第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周，吴昊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767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305</a:t>
                      </a:r>
                      <a:endParaRPr lang="en-US" altLang="zh-CN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数据结构课程设计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双语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21.[3-4]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软件网安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班，第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周，董国庆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1721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407</a:t>
                      </a:r>
                      <a:endParaRPr lang="en-US" altLang="zh-CN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数据结构课程设计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双语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21.[5-6]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班，第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周，郭凤华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07374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0" marR="0" lvl="0" indent="0" algn="ctr" defTabSz="1219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14:00-16:00</a:t>
                      </a:r>
                    </a:p>
                    <a:p>
                      <a:pPr marL="0" algn="ctr" defTabSz="1219200" rtl="0" eaLnBrk="1" fontAlgn="ctr" latinLnBrk="0" hangingPunct="1"/>
                      <a:endParaRPr lang="en-US" altLang="zh-CN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203</a:t>
                      </a:r>
                      <a:endParaRPr lang="en-US" altLang="zh-CN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数据结构课程设计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双语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数媒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21.[1-2]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软件菁英班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，第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周，郭凤华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29134"/>
                  </a:ext>
                </a:extLst>
              </a:tr>
              <a:tr h="628557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303</a:t>
                      </a:r>
                      <a:endParaRPr lang="en-US" altLang="zh-CN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数据结构课程设计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双语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21.[7-8]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班，第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周，吴昊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1421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305</a:t>
                      </a:r>
                      <a:endParaRPr lang="en-US" altLang="zh-CN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数据结构课程设计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双语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21.[3-4]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软件网安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班，第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周，董国庆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 advClick="0" advTm="2000">
    <p:randomBar dir="vert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5698110"/>
              </p:ext>
            </p:extLst>
          </p:nvPr>
        </p:nvGraphicFramePr>
        <p:xfrm>
          <a:off x="695400" y="793016"/>
          <a:ext cx="11305256" cy="5588310"/>
        </p:xfrm>
        <a:graphic>
          <a:graphicData uri="http://schemas.openxmlformats.org/drawingml/2006/table">
            <a:tbl>
              <a:tblPr/>
              <a:tblGrid>
                <a:gridCol w="3819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95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22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615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29919">
                <a:tc rowSpan="6"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zh-CN" altLang="en-US" sz="2400" b="1" i="0" u="none" strike="noStrike" kern="12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星期一</a:t>
                      </a:r>
                    </a:p>
                  </a:txBody>
                  <a:tcPr marL="8194" marR="8194" marT="81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6"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16:00-18:00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203</a:t>
                      </a:r>
                      <a:endParaRPr lang="en-US" altLang="zh-CN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数据结构课程设计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双语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数媒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21.[1-2]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软件菁英班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，第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周，郭凤华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991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203</a:t>
                      </a:r>
                      <a:endParaRPr lang="en-US" altLang="zh-CN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操作系统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双语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21.[1-2]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7-14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周，万林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50751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303</a:t>
                      </a:r>
                      <a:endParaRPr lang="en-US" altLang="zh-CN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数据结构课程设计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双语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21.[7-8]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班，第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周，吴昊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991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305</a:t>
                      </a:r>
                      <a:endParaRPr lang="en-US" altLang="zh-CN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数据结构课程设计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双语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21.[3-4]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软件网安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班，第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周，董国庆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788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305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C++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程序设计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22.[1-2]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2-9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周，王政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2991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405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深度学习及应用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数媒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20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2-9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周，孟雷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0646015"/>
      </p:ext>
    </p:extLst>
  </p:cSld>
  <p:clrMapOvr>
    <a:masterClrMapping/>
  </p:clrMapOvr>
  <p:transition spd="slow" advClick="0" advTm="2000">
    <p:randomBar dir="vert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69050096"/>
              </p:ext>
            </p:extLst>
          </p:nvPr>
        </p:nvGraphicFramePr>
        <p:xfrm>
          <a:off x="623393" y="620688"/>
          <a:ext cx="11377264" cy="6278534"/>
        </p:xfrm>
        <a:graphic>
          <a:graphicData uri="http://schemas.openxmlformats.org/drawingml/2006/table">
            <a:tbl>
              <a:tblPr/>
              <a:tblGrid>
                <a:gridCol w="375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30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02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88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25973">
                <a:tc rowSpan="9"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zh-CN" altLang="en-US" sz="2400" b="1" i="0" u="none" strike="noStrike" kern="12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星期一</a:t>
                      </a:r>
                    </a:p>
                  </a:txBody>
                  <a:tcPr marL="8194" marR="8194" marT="81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9"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18:00-20:00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203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数据结构课程设计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双语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数媒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21.[1-2]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软件菁英班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，第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周，郭凤华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597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203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多核平台上的并行计算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AI20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大数据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20.[1-2]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7-14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周，刘卫国，刘辉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585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303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高级程序开发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双语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22.[5-6]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4-11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周，姚青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597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305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数据结构课程设计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双语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21.[3-4]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软件网安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班，第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周，董国庆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477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305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C++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程序设计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22.[3-4]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5-12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周，潘荣江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648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405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平面设计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数媒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20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7-14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周，李曼祎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170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407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数据结构课程设计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双语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21.[5-6]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班，第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周，郭凤华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6291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504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计算机图形学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双语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20.[1-8]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5-12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周，周元峰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1200148"/>
                  </a:ext>
                </a:extLst>
              </a:tr>
              <a:tr h="65895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506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游戏策划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数媒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21.[1-2]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8-15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周，向辉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 advClick="0" advTm="2000">
    <p:randomBar dir="vert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42067366"/>
              </p:ext>
            </p:extLst>
          </p:nvPr>
        </p:nvGraphicFramePr>
        <p:xfrm>
          <a:off x="479376" y="548680"/>
          <a:ext cx="11377264" cy="5636363"/>
        </p:xfrm>
        <a:graphic>
          <a:graphicData uri="http://schemas.openxmlformats.org/drawingml/2006/table">
            <a:tbl>
              <a:tblPr/>
              <a:tblGrid>
                <a:gridCol w="375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02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25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092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81035">
                <a:tc rowSpan="6"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zh-CN" altLang="en-US" sz="2400" b="1" i="0" u="none" strike="noStrike" kern="12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星期一</a:t>
                      </a:r>
                    </a:p>
                  </a:txBody>
                  <a:tcPr marL="8194" marR="8194" marT="81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6"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20:00-22:00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203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数据结构课程设计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双语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数媒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21.[1-2]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软件菁英班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，第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周，郭凤华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7197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203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服务开发技术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20.[1-8]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7-14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周，刘士军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619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303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高级程序开发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双语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22.[5-6]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4-11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周，姚青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7743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305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数据结构课程设计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双语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21.[3-4]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软件网安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班，第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周，董国庆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6927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405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平面设计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数媒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20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7-14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周，李曼祎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7576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407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数据结构课程设计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双语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21.[5-6]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班，第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周，郭凤华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 advClick="0" advTm="2000">
    <p:randomBar dir="vert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表格 7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13037883"/>
              </p:ext>
            </p:extLst>
          </p:nvPr>
        </p:nvGraphicFramePr>
        <p:xfrm>
          <a:off x="119336" y="332656"/>
          <a:ext cx="9937105" cy="6307499"/>
        </p:xfrm>
        <a:graphic>
          <a:graphicData uri="http://schemas.openxmlformats.org/drawingml/2006/table">
            <a:tbl>
              <a:tblPr/>
              <a:tblGrid>
                <a:gridCol w="4001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00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48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20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20080">
                <a:tc rowSpan="8"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zh-CN" altLang="en-US" sz="2400" b="1" i="0" u="none" strike="noStrike" kern="12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星期二</a:t>
                      </a:r>
                    </a:p>
                  </a:txBody>
                  <a:tcPr marL="8194" marR="8194" marT="81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8:00</a:t>
                      </a:r>
                    </a:p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</a:t>
                      </a:r>
                      <a:r>
                        <a:rPr lang="en-US" altLang="zh-CN" sz="2400" b="1" i="0" u="none" strike="noStrike" kern="12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10:00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203</a:t>
                      </a:r>
                      <a:endParaRPr lang="en-US" altLang="zh-CN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数据结构课程设计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双语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数媒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21.[1-2]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软件菁英班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，第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周，郭凤华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802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303</a:t>
                      </a:r>
                      <a:endParaRPr lang="en-US" altLang="zh-CN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数据结构课程设计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双语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21.[7-8]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班，第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周，吴昊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214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407</a:t>
                      </a:r>
                      <a:endParaRPr lang="en-US" altLang="zh-CN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数据结构课程设计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双语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21.[5-6]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班，第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周，郭凤华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08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504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数据结构课程设计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双语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21.[1-2]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班，第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周，钱进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610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10:00-12:00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203</a:t>
                      </a:r>
                      <a:endParaRPr lang="en-US" altLang="zh-CN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数据结构课程设计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双语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数媒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21.[1-2]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软件菁英班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，第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周，郭凤华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77096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303</a:t>
                      </a:r>
                      <a:endParaRPr lang="en-US" altLang="zh-CN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数据结构课程设计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双语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21.[7-8]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班，第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周，吴昊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3747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407</a:t>
                      </a:r>
                      <a:endParaRPr lang="en-US" altLang="zh-CN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数据结构课程设计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双语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21.[5-6]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班，第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周，郭凤华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2096521"/>
                  </a:ext>
                </a:extLst>
              </a:tr>
              <a:tr h="85687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504</a:t>
                      </a:r>
                      <a:endParaRPr lang="en-US" altLang="zh-CN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数据结构课程设计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双语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21.[1-2]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班，第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周，钱进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 advClick="0" advTm="6000">
    <p:randomBar dir="vert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38961838"/>
              </p:ext>
            </p:extLst>
          </p:nvPr>
        </p:nvGraphicFramePr>
        <p:xfrm>
          <a:off x="623392" y="987493"/>
          <a:ext cx="11161240" cy="4619057"/>
        </p:xfrm>
        <a:graphic>
          <a:graphicData uri="http://schemas.openxmlformats.org/drawingml/2006/table">
            <a:tbl>
              <a:tblPr/>
              <a:tblGrid>
                <a:gridCol w="4494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48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7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398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433395">
                <a:tc rowSpan="4"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zh-CN" altLang="en-US" sz="2400" b="1" i="0" u="none" strike="noStrike" kern="12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星期二</a:t>
                      </a:r>
                    </a:p>
                  </a:txBody>
                  <a:tcPr marL="8194" marR="8194" marT="81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14:00-16:00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203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数据库系统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21.[5-6]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7-14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周，王诚梅，李保栋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5212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0" marR="0" lvl="0" indent="0" algn="ctr" defTabSz="1219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16:00-18:00</a:t>
                      </a:r>
                    </a:p>
                    <a:p>
                      <a:pPr marL="0" algn="ctr" defTabSz="1219200" rtl="0" eaLnBrk="1" fontAlgn="ctr" latinLnBrk="0" hangingPunct="1"/>
                      <a:endParaRPr lang="en-US" altLang="zh-CN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203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面向对象开发技术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21.[3-4]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7-14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周，陈洪波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8683729"/>
                  </a:ext>
                </a:extLst>
              </a:tr>
              <a:tr h="1008112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303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数据库系统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21.[1-2]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班，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7-14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周，王诚梅，李保栋</a:t>
                      </a:r>
                      <a:endParaRPr lang="en-US" altLang="zh-CN" sz="2400" b="1" i="0" u="none" strike="noStrike" kern="1200" dirty="0" smtClean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5422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504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高级机器学习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(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双语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),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AI21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班，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7-14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周，尹义龙</a:t>
                      </a:r>
                      <a:endParaRPr lang="en-US" altLang="zh-CN" sz="2400" b="1" i="0" u="none" strike="noStrike" kern="1200" dirty="0" smtClean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 advClick="0" advTm="2000">
    <p:randomBar dir="vert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42534879"/>
              </p:ext>
            </p:extLst>
          </p:nvPr>
        </p:nvGraphicFramePr>
        <p:xfrm>
          <a:off x="191344" y="260648"/>
          <a:ext cx="11521279" cy="6578313"/>
        </p:xfrm>
        <a:graphic>
          <a:graphicData uri="http://schemas.openxmlformats.org/drawingml/2006/table">
            <a:tbl>
              <a:tblPr/>
              <a:tblGrid>
                <a:gridCol w="4834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90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56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430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62322">
                <a:tc rowSpan="10"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zh-CN" altLang="en-US" sz="2400" b="1" i="0" u="none" strike="noStrike" kern="12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星期二</a:t>
                      </a:r>
                    </a:p>
                  </a:txBody>
                  <a:tcPr marL="8194" marR="8194" marT="81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10"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18:00-20:00</a:t>
                      </a:r>
                      <a:endParaRPr lang="en-US" altLang="zh-CN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203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数据结构课程设计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双语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数媒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21.[1-2]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软件菁英班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，第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周，郭凤华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918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203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操作系统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双语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大数据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21.[1-2]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6-13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周，盛男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3734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303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数据结构课程设计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双语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21.[7-8]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班，第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周，吴昊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1202659"/>
                  </a:ext>
                </a:extLst>
              </a:tr>
              <a:tr h="602566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303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众智科学与网络化产业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21.[1-8]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软件菁英班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7-14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周，郭伟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256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305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数据结构课程设计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双语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21.[3-4]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软件网安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班，第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周，董国庆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3252965"/>
                  </a:ext>
                </a:extLst>
              </a:tr>
              <a:tr h="564806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305</a:t>
                      </a:r>
                      <a:endParaRPr lang="en-US" altLang="zh-CN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机器学习基础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20.[1-8]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7-14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周，王强昌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637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405</a:t>
                      </a:r>
                      <a:endParaRPr lang="en-US" altLang="zh-CN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人机交互技术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数媒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20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4-15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周，杨承磊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637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407</a:t>
                      </a:r>
                      <a:endParaRPr lang="en-US" altLang="zh-CN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数据结构课程设计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双语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21.[5-6]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班，第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周，郭凤华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679944"/>
                  </a:ext>
                </a:extLst>
              </a:tr>
              <a:tr h="55637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504</a:t>
                      </a:r>
                      <a:endParaRPr lang="en-US" altLang="zh-CN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数据结构课程设计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双语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21.[1-2]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班，第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周，钱进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637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506</a:t>
                      </a:r>
                      <a:endParaRPr lang="en-US" altLang="zh-CN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众智科学与网络化产业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21.[1-8]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软件菁英班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7-14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周，郭伟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4505204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 advClick="0" advTm="2000">
    <p:randomBar dir="vert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63372117"/>
              </p:ext>
            </p:extLst>
          </p:nvPr>
        </p:nvGraphicFramePr>
        <p:xfrm>
          <a:off x="263352" y="548681"/>
          <a:ext cx="11449272" cy="5598556"/>
        </p:xfrm>
        <a:graphic>
          <a:graphicData uri="http://schemas.openxmlformats.org/drawingml/2006/table">
            <a:tbl>
              <a:tblPr/>
              <a:tblGrid>
                <a:gridCol w="4641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03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09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737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34131">
                <a:tc rowSpan="6"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zh-CN" altLang="en-US" sz="2400" b="1" i="0" u="none" strike="noStrike" kern="12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星期二</a:t>
                      </a:r>
                    </a:p>
                  </a:txBody>
                  <a:tcPr marL="8194" marR="8194" marT="81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6"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20:00-22:00</a:t>
                      </a:r>
                      <a:endParaRPr lang="en-US" altLang="zh-CN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203</a:t>
                      </a:r>
                      <a:endParaRPr lang="en-US" altLang="zh-CN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数据结构课程设计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双语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数媒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21.[1-2]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软件菁英班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，第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周，郭凤华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4131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303</a:t>
                      </a:r>
                      <a:endParaRPr lang="en-US" altLang="zh-CN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数据结构课程设计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双语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21.[7-8]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班，第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周，吴昊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3642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305</a:t>
                      </a:r>
                      <a:endParaRPr lang="en-US" altLang="zh-CN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数据结构课程设计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双语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21.[3-4]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软件网安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班，第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周，董国庆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045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405</a:t>
                      </a:r>
                      <a:endParaRPr lang="en-US" altLang="zh-CN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人机交互技术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数媒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20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4-15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周，杨承磊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0610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407</a:t>
                      </a:r>
                      <a:endParaRPr lang="en-US" altLang="zh-CN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数据结构课程设计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双语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21.[5-6]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班，第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周，郭凤华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9009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504</a:t>
                      </a:r>
                      <a:endParaRPr lang="en-US" altLang="zh-CN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数据结构课程设计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双语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21.[1-2]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班，第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周，钱进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 advClick="0" advTm="2000">
    <p:randomBar dir="vert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57468782"/>
              </p:ext>
            </p:extLst>
          </p:nvPr>
        </p:nvGraphicFramePr>
        <p:xfrm>
          <a:off x="2063552" y="836710"/>
          <a:ext cx="10009112" cy="5184576"/>
        </p:xfrm>
        <a:graphic>
          <a:graphicData uri="http://schemas.openxmlformats.org/drawingml/2006/table">
            <a:tbl>
              <a:tblPr/>
              <a:tblGrid>
                <a:gridCol w="5273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84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75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658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64096">
                <a:tc rowSpan="6"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zh-CN" altLang="en-US" sz="2400" b="1" i="0" u="none" strike="noStrike" kern="12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星期三</a:t>
                      </a:r>
                    </a:p>
                  </a:txBody>
                  <a:tcPr marL="8194" marR="8194" marT="81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6"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8:00-10:00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203</a:t>
                      </a:r>
                      <a:endParaRPr lang="en-US" altLang="zh-CN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自然语言处理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AI20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大数据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20.[1-2]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4-14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周，孙宇清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4096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303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数据结构课程设计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双语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21.[7-8]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班，第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周，吴昊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4096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303</a:t>
                      </a:r>
                      <a:endParaRPr lang="en-US" altLang="zh-CN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数据库系统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AI21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软件网安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软件菁英班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7-14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周，王诚梅，李保栋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4096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endParaRPr lang="en-US" altLang="zh-CN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305</a:t>
                      </a:r>
                      <a:endParaRPr lang="en-US" altLang="zh-CN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软件测试技术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20.[5-6]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6-13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周，王筱婷，陈洪波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4096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8194" marR="8194" marT="81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407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数据结构课程设计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双语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21.[5-6]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班，第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周，郭凤华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64096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8194" marR="8194" marT="81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506</a:t>
                      </a:r>
                      <a:endParaRPr lang="en-US" altLang="zh-CN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图像与视频处理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双语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AI20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5-12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周，高艳博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 advClick="0" advTm="3000">
    <p:randomBar dir="vert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8439642"/>
              </p:ext>
            </p:extLst>
          </p:nvPr>
        </p:nvGraphicFramePr>
        <p:xfrm>
          <a:off x="983432" y="620689"/>
          <a:ext cx="10729191" cy="6180677"/>
        </p:xfrm>
        <a:graphic>
          <a:graphicData uri="http://schemas.openxmlformats.org/drawingml/2006/table">
            <a:tbl>
              <a:tblPr/>
              <a:tblGrid>
                <a:gridCol w="459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95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7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300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96583">
                <a:tc rowSpan="9">
                  <a:txBody>
                    <a:bodyPr/>
                    <a:lstStyle/>
                    <a:p>
                      <a:pPr algn="ctr" fontAlgn="ctr"/>
                      <a:r>
                        <a:rPr lang="zh-CN" altLang="en-US" sz="2400" b="1" i="0" u="none" strike="noStrike" kern="12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星期三</a:t>
                      </a:r>
                    </a:p>
                  </a:txBody>
                  <a:tcPr marL="8194" marR="8194" marT="81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10:00-12:00</a:t>
                      </a:r>
                      <a:endParaRPr lang="en-US" altLang="zh-CN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203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深度学习及应用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大数据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20.[1-2]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7-14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周，张欣欣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54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303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数据结构课程设计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双语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21.[7-8]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班，第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周，吴昊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4533078"/>
                  </a:ext>
                </a:extLst>
              </a:tr>
              <a:tr h="60881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305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软件测试技术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20.[7-8]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6-13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周，王筱婷，陈洪波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270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407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数据结构课程设计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双语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21.[5-6]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班，第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周，郭凤华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1029276"/>
                  </a:ext>
                </a:extLst>
              </a:tr>
              <a:tr h="761011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1219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14:00-16:00</a:t>
                      </a:r>
                    </a:p>
                    <a:p>
                      <a:pPr algn="ctr" fontAlgn="ctr"/>
                      <a:endParaRPr lang="en-US" altLang="zh-CN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203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面向对象开发技术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21.[1-2]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7-14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周，张晓梅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101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219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305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9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软件测试技术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20.[3-4]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,6-13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周，王筱婷，陈洪波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0781980"/>
                  </a:ext>
                </a:extLst>
              </a:tr>
              <a:tr h="68491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0" marR="0" lvl="0" indent="0" algn="l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16:00-18:00</a:t>
                      </a:r>
                    </a:p>
                    <a:p>
                      <a:endParaRPr lang="zh-CN" dirty="0"/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203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面向对象开发技术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21.[5-6]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软件网安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7-14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周，张晓梅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251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305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软件测试技术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20.[1-2]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软件网安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20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6-13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周，王筱婷，陈洪波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6986025"/>
                  </a:ext>
                </a:extLst>
              </a:tr>
              <a:tr h="51568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504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深度学习及应用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AI21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7-14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周，陈洪波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0228115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 advClick="0" advTm="2000">
    <p:randomBar dir="vert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93774744"/>
              </p:ext>
            </p:extLst>
          </p:nvPr>
        </p:nvGraphicFramePr>
        <p:xfrm>
          <a:off x="407367" y="224446"/>
          <a:ext cx="11305258" cy="6179914"/>
        </p:xfrm>
        <a:graphic>
          <a:graphicData uri="http://schemas.openxmlformats.org/drawingml/2006/table">
            <a:tbl>
              <a:tblPr/>
              <a:tblGrid>
                <a:gridCol w="4552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81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28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29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02236">
                <a:tc rowSpan="8"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zh-CN" altLang="en-US" sz="2400" b="1" i="0" u="none" strike="noStrike" kern="12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星期三</a:t>
                      </a:r>
                    </a:p>
                  </a:txBody>
                  <a:tcPr marL="8194" marR="8194" marT="81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8"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18:00-20:00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203</a:t>
                      </a:r>
                      <a:endParaRPr lang="en-US" altLang="zh-CN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数据结构课程设计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双语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数媒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21.[1-2]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软件菁英班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，第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周，郭凤华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8542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203</a:t>
                      </a:r>
                      <a:endParaRPr lang="en-US" altLang="zh-CN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Web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数据管理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AI20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20.[1-8]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大数据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20.[1-2]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7-14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，连莉，张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晓梅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335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303</a:t>
                      </a:r>
                      <a:endParaRPr lang="en-US" altLang="zh-CN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数据结构课程设计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双语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21.[7-8]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班，第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周，吴昊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497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305</a:t>
                      </a:r>
                      <a:endParaRPr lang="en-US" altLang="zh-CN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数据结构课程设计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双语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21.[3-4]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软件网安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班，第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周，董国庆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2881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305</a:t>
                      </a:r>
                      <a:endParaRPr lang="en-US" altLang="zh-CN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C++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程序设计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22.[7-8]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2-9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周，王政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7836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405</a:t>
                      </a:r>
                      <a:endParaRPr lang="en-US" altLang="zh-CN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虚拟现实技术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数媒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20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8-15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周，盖伟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0371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407</a:t>
                      </a:r>
                      <a:endParaRPr lang="en-US" altLang="zh-CN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数据结构课程设计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双语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21.[5-6]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班，第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周，郭凤华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16682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504</a:t>
                      </a:r>
                      <a:endParaRPr lang="en-US" altLang="zh-CN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Web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数据管理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AI20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20.[1-8]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大数据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20.[1-2]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7-14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，连莉，张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晓梅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 advClick="0" advTm="2000">
    <p:randomBar dir="vert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07217766"/>
              </p:ext>
            </p:extLst>
          </p:nvPr>
        </p:nvGraphicFramePr>
        <p:xfrm>
          <a:off x="623392" y="692696"/>
          <a:ext cx="11161239" cy="6140574"/>
        </p:xfrm>
        <a:graphic>
          <a:graphicData uri="http://schemas.openxmlformats.org/drawingml/2006/table">
            <a:tbl>
              <a:tblPr/>
              <a:tblGrid>
                <a:gridCol w="4292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1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64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339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86406">
                <a:tc rowSpan="7"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zh-CN" altLang="en-US" sz="2400" b="1" i="0" u="none" strike="noStrike" kern="12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星期三</a:t>
                      </a:r>
                    </a:p>
                  </a:txBody>
                  <a:tcPr marL="8194" marR="8194" marT="81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7"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20:00-22:00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203</a:t>
                      </a:r>
                      <a:endParaRPr lang="en-US" altLang="zh-CN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数据结构课程设计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双语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数媒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21.[1-2]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软件菁英班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，第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周，郭凤华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1786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203</a:t>
                      </a:r>
                      <a:endParaRPr lang="en-US" altLang="zh-CN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Web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数据管理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AI20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20.[1-8]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大数据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20.[1-2]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7-14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，连莉，张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晓梅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504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303</a:t>
                      </a:r>
                      <a:endParaRPr lang="en-US" altLang="zh-CN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数据结构课程设计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双语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21.[7-8]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班，第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周，吴昊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8532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305</a:t>
                      </a:r>
                      <a:endParaRPr lang="en-US" altLang="zh-CN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数据结构课程设计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双语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21.[3-4]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软件网安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班，第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周，董国庆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008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405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虚拟现实技术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数媒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20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8-15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周，盖伟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4368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407</a:t>
                      </a:r>
                      <a:endParaRPr lang="en-US" altLang="zh-CN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数据结构课程设计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双语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21.[5-6]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班，第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周，郭凤华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6504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504</a:t>
                      </a:r>
                      <a:endParaRPr lang="en-US" altLang="zh-CN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Web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数据管理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AI20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20.[1-8]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大数据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20.[1-2]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7-14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，连莉，张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晓梅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 advClick="0" advTm="2000">
    <p:randomBar dir="vert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97726881"/>
              </p:ext>
            </p:extLst>
          </p:nvPr>
        </p:nvGraphicFramePr>
        <p:xfrm>
          <a:off x="119336" y="260648"/>
          <a:ext cx="10009112" cy="6264696"/>
        </p:xfrm>
        <a:graphic>
          <a:graphicData uri="http://schemas.openxmlformats.org/drawingml/2006/table">
            <a:tbl>
              <a:tblPr/>
              <a:tblGrid>
                <a:gridCol w="4880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45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23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54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52128">
                <a:tc rowSpan="7"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zh-CN" altLang="en-US" sz="2400" b="1" i="0" u="none" strike="noStrike" kern="12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星期四</a:t>
                      </a:r>
                    </a:p>
                  </a:txBody>
                  <a:tcPr marL="8194" marR="8194" marT="81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8:00-10:00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303</a:t>
                      </a:r>
                      <a:endParaRPr lang="en-US" altLang="zh-CN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数据结构课程设计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双语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21.[7-8]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班，第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周，吴昊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208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>
                        <a:buNone/>
                      </a:pP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407</a:t>
                      </a:r>
                      <a:endParaRPr lang="en-US" altLang="zh-CN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>
                        <a:buNone/>
                      </a:pP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数据结构课程设计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双语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21.[5-6]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班，第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周，郭凤华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395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0" marR="0" lvl="0" indent="0" algn="ctr" defTabSz="1219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10:00-12:00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>
                        <a:buNone/>
                      </a:pP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203</a:t>
                      </a:r>
                      <a:endParaRPr lang="en-US" altLang="zh-CN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>
                        <a:buNone/>
                      </a:pP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数据仓库数据挖掘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双语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20.[1-8]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4-11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周，潘鹏，胡毅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4021592"/>
                  </a:ext>
                </a:extLst>
              </a:tr>
              <a:tr h="82818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>
                        <a:buNone/>
                      </a:pP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303</a:t>
                      </a:r>
                      <a:endParaRPr lang="en-US" altLang="zh-CN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>
                        <a:buNone/>
                      </a:pP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数据结构课程设计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双语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21.[7-8]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班，第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周，吴昊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3039612"/>
                  </a:ext>
                </a:extLst>
              </a:tr>
              <a:tr h="86395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407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>
                        <a:buNone/>
                      </a:pP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数据结构课程设计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双语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21.[5-6]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班，第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周，郭凤华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9563695"/>
                  </a:ext>
                </a:extLst>
              </a:tr>
              <a:tr h="89972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219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14:00-16:00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203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>
                        <a:buNone/>
                      </a:pP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数据结构课程设计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双语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数媒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21.[1-2]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软件菁英班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，第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周，郭凤华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5273074"/>
                  </a:ext>
                </a:extLst>
              </a:tr>
              <a:tr h="864654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16:00-18:00</a:t>
                      </a:r>
                      <a:endParaRPr lang="en-US" altLang="zh-CN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203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>
                        <a:buNone/>
                      </a:pP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数据结构课程设计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双语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数媒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21.[1-2]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软件菁英班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，第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周，郭凤华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2575369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 advClick="0" advTm="6000">
    <p:randomBar dir="vert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06189618"/>
              </p:ext>
            </p:extLst>
          </p:nvPr>
        </p:nvGraphicFramePr>
        <p:xfrm>
          <a:off x="19599" y="116523"/>
          <a:ext cx="10036841" cy="6768752"/>
        </p:xfrm>
        <a:graphic>
          <a:graphicData uri="http://schemas.openxmlformats.org/drawingml/2006/table">
            <a:tbl>
              <a:tblPr/>
              <a:tblGrid>
                <a:gridCol w="4896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92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9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359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67169">
                <a:tc rowSpan="9"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zh-CN" altLang="en-US" sz="2400" b="1" i="0" u="none" strike="noStrike" kern="12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星期四</a:t>
                      </a:r>
                    </a:p>
                  </a:txBody>
                  <a:tcPr marL="8194" marR="8194" marT="81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9">
                  <a:txBody>
                    <a:bodyPr/>
                    <a:lstStyle/>
                    <a:p>
                      <a:pPr marL="0" algn="ctr" defTabSz="1219200" rtl="0" eaLnBrk="1" fontAlgn="ctr" latinLnBrk="0" hangingPunct="1">
                        <a:buNone/>
                      </a:pPr>
                      <a:r>
                        <a:rPr lang="en-US" altLang="zh-CN" b="1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18:00-20:00</a:t>
                      </a:r>
                      <a:endParaRPr lang="en-US" altLang="zh-CN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>
                        <a:buNone/>
                      </a:pP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203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>
                        <a:buNone/>
                      </a:pP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数据结构课程设计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双语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数媒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21.[1-2]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软件菁英班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，第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周，郭凤华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716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305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数据结构课程设计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双语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21.[3-4]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软件网安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班，第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周，董国庆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716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8194" marR="8194" marT="81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305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高级程序开发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双语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22.[3-4]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4-11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周，武蕾，刘辉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7232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>
                        <a:buNone/>
                      </a:pP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403</a:t>
                      </a:r>
                      <a:endParaRPr lang="en-US" altLang="zh-CN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>
                        <a:buNone/>
                      </a:pP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计算机组织与结构课程设计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21.[7]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4-11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周，陈志勇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17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8194" marR="8194" marT="81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405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物理特效编程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数媒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20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8-15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周，向辉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716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407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数据结构课程设计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双语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21.[5-6]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班，第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周，郭凤华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6716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8194" marR="8194" marT="81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algn="ctr" defTabSz="1219200" rtl="0" eaLnBrk="1" fontAlgn="ctr" latinLnBrk="0" hangingPunct="1">
                        <a:buNone/>
                      </a:pPr>
                      <a:endParaRPr lang="en-US" altLang="zh-CN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407</a:t>
                      </a:r>
                      <a:endParaRPr lang="en-US" altLang="zh-CN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9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安全协议与标准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20.[1-8]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软件网安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20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7-14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周，林丰波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4680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501</a:t>
                      </a:r>
                      <a:endParaRPr lang="en-US" altLang="zh-CN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9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计算机组成原理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数媒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21.[1-2]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8-11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周，盛男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2844767"/>
                  </a:ext>
                </a:extLst>
              </a:tr>
              <a:tr h="76716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502</a:t>
                      </a:r>
                      <a:endParaRPr lang="en-US" altLang="zh-CN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9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计算机组织与结构课程设计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21.[8]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4-11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周，陈志勇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7107488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 advClick="0" advTm="6000">
    <p:randomBar dir="vert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83603473"/>
              </p:ext>
            </p:extLst>
          </p:nvPr>
        </p:nvGraphicFramePr>
        <p:xfrm>
          <a:off x="191345" y="129706"/>
          <a:ext cx="11809311" cy="6756928"/>
        </p:xfrm>
        <a:graphic>
          <a:graphicData uri="http://schemas.openxmlformats.org/drawingml/2006/table">
            <a:tbl>
              <a:tblPr/>
              <a:tblGrid>
                <a:gridCol w="5255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62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4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890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7930">
                <a:tc rowSpan="11"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zh-CN" altLang="en-US" sz="2400" b="1" i="0" u="none" strike="noStrike" kern="12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星期四</a:t>
                      </a:r>
                    </a:p>
                  </a:txBody>
                  <a:tcPr marL="8194" marR="8194" marT="81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11"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20:00-22:00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203</a:t>
                      </a:r>
                      <a:endParaRPr lang="en-US" altLang="zh-CN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数据结构课程设计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双语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数媒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21.[1-2]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软件菁英班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，第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周，郭凤华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793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303</a:t>
                      </a:r>
                      <a:endParaRPr lang="en-US" altLang="zh-CN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编译原理与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技术（双语）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大数据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20.[1-2]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2-9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周，刘宏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4870889"/>
                  </a:ext>
                </a:extLst>
              </a:tr>
              <a:tr h="622216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305</a:t>
                      </a:r>
                      <a:endParaRPr lang="en-US" altLang="zh-CN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数据结构课程设计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双语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21.[3-4]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软件网安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班，第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周，董国庆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221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305</a:t>
                      </a:r>
                      <a:endParaRPr lang="en-US" altLang="zh-CN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高级程序开发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双语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22.[3-4]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4-11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周，武蕾，刘辉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0952483"/>
                  </a:ext>
                </a:extLst>
              </a:tr>
              <a:tr h="57109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403</a:t>
                      </a:r>
                      <a:endParaRPr lang="en-US" altLang="zh-CN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计算机组织与结构课程设计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21.[7]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4-11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周，陈志勇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6561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405</a:t>
                      </a:r>
                      <a:endParaRPr lang="en-US" altLang="zh-CN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物理特效编程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数媒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20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8-15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周，向辉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09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407</a:t>
                      </a:r>
                      <a:endParaRPr lang="en-US" altLang="zh-CN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数据结构课程设计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双语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21.[5-6]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班，第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周，郭凤华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267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407</a:t>
                      </a:r>
                      <a:endParaRPr lang="en-US" altLang="zh-CN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系统安全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软件网安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20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7-14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周，林丰波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09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407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网络安全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20.[1-8]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软件网安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20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7-14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周，林丰波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373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501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计算机组成原理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数媒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21.[1-2]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8-11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周，盛男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109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502</a:t>
                      </a:r>
                      <a:endParaRPr lang="en-US" altLang="zh-CN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计算机组织与结构课程设计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21.[8]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4-11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周，陈志勇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 advClick="0" advTm="2000">
    <p:randomBar dir="vert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07283746"/>
              </p:ext>
            </p:extLst>
          </p:nvPr>
        </p:nvGraphicFramePr>
        <p:xfrm>
          <a:off x="2639616" y="260648"/>
          <a:ext cx="9361040" cy="6245149"/>
        </p:xfrm>
        <a:graphic>
          <a:graphicData uri="http://schemas.openxmlformats.org/drawingml/2006/table">
            <a:tbl>
              <a:tblPr/>
              <a:tblGrid>
                <a:gridCol w="40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69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22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728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92088">
                <a:tc rowSpan="8"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zh-CN" altLang="en-US" sz="2400" b="1" i="0" u="none" strike="noStrike" kern="12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星期五</a:t>
                      </a:r>
                    </a:p>
                  </a:txBody>
                  <a:tcPr marL="8194" marR="8194" marT="81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8:00-10:00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>
                        <a:buClrTx/>
                        <a:buSzTx/>
                        <a:buFontTx/>
                        <a:buNone/>
                      </a:pP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203</a:t>
                      </a:r>
                      <a:endParaRPr lang="zh-CN" altLang="en-US" sz="2400" b="1" i="0" u="none" strike="noStrike" kern="1200" dirty="0" smtClean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>
                        <a:buClrTx/>
                        <a:buSzTx/>
                        <a:buFontTx/>
                        <a:buNone/>
                      </a:pP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操作系统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双语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AI21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软件网安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软件菁英班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7-14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周，万林</a:t>
                      </a: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4096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>
                        <a:buClrTx/>
                        <a:buSzTx/>
                        <a:buFontTx/>
                        <a:buNone/>
                      </a:pP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303</a:t>
                      </a:r>
                      <a:endParaRPr lang="zh-CN" altLang="en-US" sz="2400" b="1" i="0" u="none" strike="noStrike" kern="1200" dirty="0" smtClean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>
                        <a:buClrTx/>
                        <a:buSzTx/>
                        <a:buFontTx/>
                        <a:buNone/>
                      </a:pP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数据结构课程设计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双语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21.[7-8]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班，第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周，吴昊</a:t>
                      </a: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436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303</a:t>
                      </a:r>
                      <a:endParaRPr lang="en-US" altLang="zh-CN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数据库系统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双语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21.[7-8]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数媒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7-14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周，王诚梅，李保栋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436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>
                        <a:buNone/>
                      </a:pP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305</a:t>
                      </a:r>
                      <a:endParaRPr lang="en-US" altLang="zh-CN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>
                        <a:buNone/>
                      </a:pP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数据结构课程设计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双语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21.[3-4]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软件网安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班，第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周，董国庆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436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504</a:t>
                      </a:r>
                      <a:endParaRPr lang="en-US" altLang="zh-CN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数据库系统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双语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21.[7-8]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数媒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7-14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周，王诚梅，李保栋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471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10:00-12:00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>
                        <a:buClrTx/>
                        <a:buSzTx/>
                        <a:buFontTx/>
                        <a:buNone/>
                      </a:pP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303</a:t>
                      </a:r>
                      <a:endParaRPr lang="zh-CN" altLang="en-US" sz="2400" b="1" i="0" u="none" strike="noStrike" kern="1200" dirty="0" smtClean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>
                        <a:buClrTx/>
                        <a:buSzTx/>
                        <a:buFontTx/>
                        <a:buNone/>
                      </a:pP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数据结构课程设计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双语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21.[7-8]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班，第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周，吴昊</a:t>
                      </a: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471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>
                        <a:buClrTx/>
                        <a:buSzTx/>
                        <a:buFontTx/>
                        <a:buNone/>
                      </a:pP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305</a:t>
                      </a:r>
                      <a:endParaRPr lang="zh-CN" altLang="en-US" sz="2400" b="1" i="0" u="none" strike="noStrike" kern="1200" dirty="0" smtClean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>
                        <a:buClrTx/>
                        <a:buSzTx/>
                        <a:buFontTx/>
                        <a:buNone/>
                      </a:pP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数据结构课程设计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双语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21.[3-4]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软件网安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班，第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周，董国庆</a:t>
                      </a: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8994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405</a:t>
                      </a:r>
                      <a:endParaRPr lang="en-US" altLang="zh-CN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三维角色造型与动画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数媒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20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1-16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周，张峰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 advClick="0" advTm="3000">
    <p:randomBar dir="vert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99674911"/>
              </p:ext>
            </p:extLst>
          </p:nvPr>
        </p:nvGraphicFramePr>
        <p:xfrm>
          <a:off x="839416" y="404664"/>
          <a:ext cx="11233248" cy="6386357"/>
        </p:xfrm>
        <a:graphic>
          <a:graphicData uri="http://schemas.openxmlformats.org/drawingml/2006/table">
            <a:tbl>
              <a:tblPr/>
              <a:tblGrid>
                <a:gridCol w="588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7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849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9695">
                <a:tc rowSpan="9"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zh-CN" altLang="en-US" sz="2400" b="1" i="0" u="none" strike="noStrike" kern="12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星期五</a:t>
                      </a:r>
                    </a:p>
                  </a:txBody>
                  <a:tcPr marL="8194" marR="8194" marT="81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14:00-16:00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203</a:t>
                      </a:r>
                      <a:endParaRPr lang="en-US" altLang="zh-CN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数据结构课程设计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双语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数媒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21.[1-2]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软件菁英班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，第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周，郭凤华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969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305</a:t>
                      </a:r>
                      <a:endParaRPr lang="en-US" altLang="zh-CN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移动互联网开发技术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大数据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20.[1-2]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7-14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周，李新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683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504</a:t>
                      </a:r>
                      <a:endParaRPr lang="en-US" altLang="zh-CN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社交网络与推荐系统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AI21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9-12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周，连莉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08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6">
                  <a:txBody>
                    <a:bodyPr/>
                    <a:lstStyle/>
                    <a:p>
                      <a:pPr marL="0" marR="0" lvl="0" indent="0" algn="ctr" defTabSz="1219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16:00-18:00</a:t>
                      </a:r>
                    </a:p>
                    <a:p>
                      <a:pPr marL="0" algn="ctr" defTabSz="1219200" rtl="0" eaLnBrk="1" fontAlgn="ctr" latinLnBrk="0" hangingPunct="1"/>
                      <a:endParaRPr lang="en-US" altLang="zh-CN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203</a:t>
                      </a:r>
                      <a:endParaRPr lang="en-US" altLang="zh-CN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数据结构课程设计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双语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数媒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21.[1-2]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软件菁英班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，第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周，郭凤华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8718061"/>
                  </a:ext>
                </a:extLst>
              </a:tr>
              <a:tr h="79208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203</a:t>
                      </a:r>
                      <a:endParaRPr lang="en-US" altLang="zh-CN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操作系统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双语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21.[5-6]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6-13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周，盛男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0209603"/>
                  </a:ext>
                </a:extLst>
              </a:tr>
              <a:tr h="79208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303</a:t>
                      </a:r>
                      <a:endParaRPr lang="en-US" altLang="zh-CN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数据库系统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大数据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21.[1-2]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7-14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周，王诚梅，李保栋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6327101"/>
                  </a:ext>
                </a:extLst>
              </a:tr>
              <a:tr h="57606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305</a:t>
                      </a:r>
                      <a:endParaRPr lang="en-US" altLang="zh-CN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深度学习及应用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20.[1-8]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7-14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周，宫永顺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208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405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操作系统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双语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数媒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21.[1-2]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7-14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周，万林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8072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8194" marR="8194" marT="81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504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社交网络与推荐系统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AI21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9-12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周，连莉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 advClick="0" advTm="2000">
    <p:randomBar dir="vert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4839842"/>
              </p:ext>
            </p:extLst>
          </p:nvPr>
        </p:nvGraphicFramePr>
        <p:xfrm>
          <a:off x="767408" y="908720"/>
          <a:ext cx="11089231" cy="4752528"/>
        </p:xfrm>
        <a:graphic>
          <a:graphicData uri="http://schemas.openxmlformats.org/drawingml/2006/table">
            <a:tbl>
              <a:tblPr/>
              <a:tblGrid>
                <a:gridCol w="5737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2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56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969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08112">
                <a:tc rowSpan="5"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zh-CN" altLang="en-US" sz="2400" b="1" i="0" u="none" strike="noStrike" kern="12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星期五</a:t>
                      </a:r>
                    </a:p>
                  </a:txBody>
                  <a:tcPr marL="8194" marR="8194" marT="81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18:00-20:00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203</a:t>
                      </a:r>
                      <a:endParaRPr lang="en-US" altLang="zh-CN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操作系统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双语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21.[3-4]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7-14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周，万林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8201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305</a:t>
                      </a:r>
                      <a:endParaRPr lang="en-US" altLang="zh-CN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数据结构课程设计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双语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21.[3-4]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软件网安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班，第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周，董国庆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610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305</a:t>
                      </a:r>
                      <a:endParaRPr lang="en-US" altLang="zh-CN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增强现实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数媒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20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20.[1-8]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3-10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周，秦学英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199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403</a:t>
                      </a:r>
                      <a:endParaRPr lang="en-US" altLang="zh-CN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计算机组织与结构课程设计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21.[1]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软件菁英班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4-11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周，徐明珠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08112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502</a:t>
                      </a:r>
                      <a:endParaRPr lang="en-US" altLang="zh-CN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计算机组织与结构课程设计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21.[2]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4-11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周，徐明珠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 advClick="0" advTm="2000">
    <p:randomBar dir="vert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61065383"/>
              </p:ext>
            </p:extLst>
          </p:nvPr>
        </p:nvGraphicFramePr>
        <p:xfrm>
          <a:off x="839416" y="908720"/>
          <a:ext cx="10801200" cy="5767186"/>
        </p:xfrm>
        <a:graphic>
          <a:graphicData uri="http://schemas.openxmlformats.org/drawingml/2006/table">
            <a:tbl>
              <a:tblPr/>
              <a:tblGrid>
                <a:gridCol w="5588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00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99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923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83052">
                <a:tc rowSpan="5"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zh-CN" altLang="en-US" sz="2400" b="1" i="0" u="none" strike="noStrike" kern="12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星期五</a:t>
                      </a:r>
                    </a:p>
                  </a:txBody>
                  <a:tcPr marL="8194" marR="8194" marT="81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20:00-22:00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203</a:t>
                      </a:r>
                      <a:endParaRPr lang="en-US" altLang="zh-CN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操作系统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双语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21.[7-8]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7-14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周，万林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3212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305</a:t>
                      </a:r>
                      <a:endParaRPr lang="en-US" altLang="zh-CN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数据结构课程设计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双语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21.[3-4]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软件网安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班，第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周，董国庆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811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305</a:t>
                      </a:r>
                      <a:endParaRPr lang="en-US" altLang="zh-CN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增强现实，数媒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20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3-10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周，秦学英</a:t>
                      </a:r>
                      <a:endParaRPr lang="zh-CN" altLang="en-US" sz="2400" b="1" i="0" u="none" strike="noStrike" kern="1200" dirty="0" smtClean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1981034"/>
                  </a:ext>
                </a:extLst>
              </a:tr>
              <a:tr h="119140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403</a:t>
                      </a:r>
                      <a:endParaRPr lang="en-US" altLang="zh-CN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计算机组织与结构课程设计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21.[1]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软件菁英班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4-11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周，徐明珠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9140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502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计算机组织与结构课程设计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21.[2]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4-11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周，徐明珠</a:t>
                      </a:r>
                      <a:endParaRPr lang="en-US" altLang="zh-CN" sz="2400" b="1" i="0" u="none" strike="noStrike" kern="1200" dirty="0" smtClean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 advClick="0" advTm="2000">
    <p:randomBar dir="vert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28281654"/>
              </p:ext>
            </p:extLst>
          </p:nvPr>
        </p:nvGraphicFramePr>
        <p:xfrm>
          <a:off x="335360" y="1412776"/>
          <a:ext cx="8784976" cy="4320479"/>
        </p:xfrm>
        <a:graphic>
          <a:graphicData uri="http://schemas.openxmlformats.org/drawingml/2006/table">
            <a:tbl>
              <a:tblPr/>
              <a:tblGrid>
                <a:gridCol w="4566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96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01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385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50979">
                <a:tc rowSpan="4"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zh-CN" altLang="en-US" sz="2400" b="1" i="0" u="none" strike="noStrike" kern="12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星期六</a:t>
                      </a:r>
                    </a:p>
                  </a:txBody>
                  <a:tcPr marL="8194" marR="8194" marT="81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8:00-10:00</a:t>
                      </a:r>
                      <a:endParaRPr lang="en-US" altLang="zh-CN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405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三维角色造型与动画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数媒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20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6-13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周，王筱婷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676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0" marR="0" lvl="0" indent="0" algn="ctr" defTabSz="1219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10:00-12:00</a:t>
                      </a:r>
                    </a:p>
                    <a:p>
                      <a:pPr marL="0" algn="ctr" defTabSz="1219200" rtl="0" eaLnBrk="1" fontAlgn="ctr" latinLnBrk="0" hangingPunct="1"/>
                      <a:endParaRPr lang="en-US" altLang="zh-CN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303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数据可视化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AI20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20.[1-8]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大数据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21.[1-2]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7-14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周，刘宁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5159736"/>
                  </a:ext>
                </a:extLst>
              </a:tr>
              <a:tr h="1295962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305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数据可视化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AI20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20.[1-8]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大数据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21.[1-2]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7-14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周，刘宁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3676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8194" marR="8194" marT="81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405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三维角色造型与动画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数媒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20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6-13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周，王筱婷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 advClick="0" advTm="6000">
    <p:randomBar dir="vert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02277022"/>
              </p:ext>
            </p:extLst>
          </p:nvPr>
        </p:nvGraphicFramePr>
        <p:xfrm>
          <a:off x="335360" y="404664"/>
          <a:ext cx="11449272" cy="5377983"/>
        </p:xfrm>
        <a:graphic>
          <a:graphicData uri="http://schemas.openxmlformats.org/drawingml/2006/table">
            <a:tbl>
              <a:tblPr/>
              <a:tblGrid>
                <a:gridCol w="5002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75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34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780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64096">
                <a:tc rowSpan="6"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zh-CN" altLang="en-US" sz="2400" b="1" i="0" u="none" strike="noStrike" kern="12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星期六</a:t>
                      </a:r>
                    </a:p>
                  </a:txBody>
                  <a:tcPr marL="8194" marR="8194" marT="81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6"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14:00-16:00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203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计算机图形学（双语）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数媒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21.[1-2]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7-14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周，黄艳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4096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303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高级程序开发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双语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22.[1-2]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4-11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周，王政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610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>
                        <a:buNone/>
                      </a:pP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305</a:t>
                      </a:r>
                      <a:endParaRPr lang="en-US" altLang="zh-CN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>
                        <a:buNone/>
                      </a:pP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高级程序开发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双语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22.[7-8]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4-11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周，李学庆，刘辉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610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403</a:t>
                      </a:r>
                      <a:endParaRPr lang="en-US" altLang="zh-CN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计算机组织与结构课程设计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21.[5]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4-11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周，赵亦兵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4147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405</a:t>
                      </a:r>
                      <a:endParaRPr lang="en-US" altLang="zh-CN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三维角色造型与动画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数媒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20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6-13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周，王筱婷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3610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8194" marR="8194" marT="81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502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计算机组织与结构课程设计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21.[6]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4-11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周，赵亦兵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 advClick="0" advTm="2000">
    <p:randomBar dir="vert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29375490"/>
              </p:ext>
            </p:extLst>
          </p:nvPr>
        </p:nvGraphicFramePr>
        <p:xfrm>
          <a:off x="407368" y="404664"/>
          <a:ext cx="11089232" cy="5377983"/>
        </p:xfrm>
        <a:graphic>
          <a:graphicData uri="http://schemas.openxmlformats.org/drawingml/2006/table">
            <a:tbl>
              <a:tblPr/>
              <a:tblGrid>
                <a:gridCol w="4845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67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00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78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64096">
                <a:tc rowSpan="6"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zh-CN" altLang="en-US" sz="2400" b="1" i="0" u="none" strike="noStrike" kern="12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星期六</a:t>
                      </a:r>
                    </a:p>
                  </a:txBody>
                  <a:tcPr marL="8194" marR="8194" marT="81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6"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16:00-18:00</a:t>
                      </a:r>
                      <a:endParaRPr lang="en-US" altLang="zh-CN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203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计算机图形学（双语）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数媒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21.[1-2]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7-14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周，黄艳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4096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303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高级程序开发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双语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22.[1-2]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4-11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周，王政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610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>
                        <a:buNone/>
                      </a:pP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305</a:t>
                      </a:r>
                      <a:endParaRPr lang="en-US" altLang="zh-CN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>
                        <a:buNone/>
                      </a:pP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高级程序开发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双语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22.[7-8]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4-11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周，李学庆，刘辉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610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403</a:t>
                      </a:r>
                      <a:endParaRPr lang="en-US" altLang="zh-CN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计算机组织与结构课程设计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21.[5]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4-11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周，赵亦兵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4147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405</a:t>
                      </a:r>
                      <a:endParaRPr lang="en-US" altLang="zh-CN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三维角色造型与动画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数媒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20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6-13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周，王筱婷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3610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8194" marR="8194" marT="81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502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计算机组织与结构课程设计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21.[6]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4-11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周，赵亦兵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8530123"/>
      </p:ext>
    </p:extLst>
  </p:cSld>
  <p:clrMapOvr>
    <a:masterClrMapping/>
  </p:clrMapOvr>
  <p:transition spd="slow" advClick="0" advTm="2000">
    <p:randomBar dir="vert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93521175"/>
              </p:ext>
            </p:extLst>
          </p:nvPr>
        </p:nvGraphicFramePr>
        <p:xfrm>
          <a:off x="1343472" y="2060848"/>
          <a:ext cx="10153129" cy="3744417"/>
        </p:xfrm>
        <a:graphic>
          <a:graphicData uri="http://schemas.openxmlformats.org/drawingml/2006/table">
            <a:tbl>
              <a:tblPr/>
              <a:tblGrid>
                <a:gridCol w="5791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00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70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468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60918">
                <a:tc rowSpan="4"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zh-CN" altLang="en-US" sz="2400" b="1" i="0" u="none" strike="noStrike" kern="12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星期六</a:t>
                      </a:r>
                    </a:p>
                  </a:txBody>
                  <a:tcPr marL="8194" marR="8194" marT="81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18:00-20:00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403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计算机组织与结构课程设计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21.[3]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4-11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周，赵亦兵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289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502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计算机组织与结构课程设计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21.[4]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4-11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周，赵亦兵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4765486"/>
                  </a:ext>
                </a:extLst>
              </a:tr>
              <a:tr h="106091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20:00-22:00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403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计算机组织与结构课程设计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21.[3]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4-11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周，赵亦兵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968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19200" rtl="0" eaLnBrk="1" fontAlgn="ctr" latinLnBrk="0" hangingPunct="1"/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502</a:t>
                      </a: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fontAlgn="ctr" latinLnBrk="0" hangingPunct="1"/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计算机组织与结构课程设计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21.[4]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班，</a:t>
                      </a:r>
                      <a:r>
                        <a:rPr lang="en-US" altLang="zh-CN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4-11</a:t>
                      </a:r>
                      <a:r>
                        <a:rPr lang="zh-CN" altLang="en-US" sz="2400" b="1" i="0" u="none" strike="noStrike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周，赵亦兵</a:t>
                      </a:r>
                      <a:endParaRPr lang="zh-CN" altLang="en-US" sz="2400" b="1" i="0" u="none" strike="noStrike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194" marR="8194" marT="81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4418066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 advClick="0" advTm="2000">
    <p:randomBar dir="vert"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f7a97dc4-ccf5-4ff4-89a3-bc83a36a6c2d}"/>
  <p:tag name="TABLE_ENDDRAG_ORIGIN_RECT" val="680*476"/>
  <p:tag name="TABLE_ENDDRAG_RECT" val="264*43*680*47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8620cf19-cf13-404b-838a-170e0d4a04b4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8be1391a-4e14-4389-a263-60555a9fe359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cdbcd968-2be1-400d-a3ce-71689f7181d7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08fc8d06-260f-4fea-a2ab-23723f7b6749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10b8d87c-74bc-4fef-a20e-dbc9fae9df33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37da6b92-f765-4059-8e2b-136125b9dfda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b144bbb9-dcf8-45cb-b45f-8a8add252d7a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e719a855-8f7d-4131-92fc-b291c8f3e7da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bf483af5-ac22-4eb7-9ec5-f3116e665ab2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71030317-82a1-4c88-a65c-a9fb6afbb3b9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971ca941-5f57-4ddf-adba-c3b4f5cbf6c9}"/>
  <p:tag name="TABLE_ENDDRAG_ORIGIN_RECT" val="686*417"/>
  <p:tag name="TABLE_ENDDRAG_RECT" val="20*23*686*417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971ca941-5f57-4ddf-adba-c3b4f5cbf6c9}"/>
  <p:tag name="TABLE_ENDDRAG_ORIGIN_RECT" val="703*428"/>
  <p:tag name="TABLE_ENDDRAG_RECT" val="15*48*703*428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ffd67e51-245a-4045-aa75-8c2907844018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56938e1c-693c-407a-9083-25c9050aa411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49fb3351-9bd0-4be1-9693-e397d60d26e4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f4a56b6b-5d8d-44c3-8d14-bb471170e890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bb26b7b0-4a27-4aad-93e7-c2c753d95c8a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ba7be110-27e5-40c0-88cc-207446e83070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1557a615-0657-47bc-b2e1-6d063bad7bb5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1557a615-0657-47bc-b2e1-6d063bad7bb5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cf68767c-63fa-4e8d-8da7-7a83fcd27063}"/>
</p:tagLst>
</file>

<file path=ppt/theme/theme1.xml><?xml version="1.0" encoding="utf-8"?>
<a:theme xmlns:a="http://schemas.openxmlformats.org/drawingml/2006/main" name="书籍 16x9">
  <a:themeElements>
    <a:clrScheme name="Books_16x9">
      <a:dk1>
        <a:srgbClr val="374C81"/>
      </a:dk1>
      <a:lt1>
        <a:srgbClr val="FFFFFF"/>
      </a:lt1>
      <a:dk2>
        <a:srgbClr val="000000"/>
      </a:dk2>
      <a:lt2>
        <a:srgbClr val="EDE5DF"/>
      </a:lt2>
      <a:accent1>
        <a:srgbClr val="414E77"/>
      </a:accent1>
      <a:accent2>
        <a:srgbClr val="70AAC4"/>
      </a:accent2>
      <a:accent3>
        <a:srgbClr val="8B6A94"/>
      </a:accent3>
      <a:accent4>
        <a:srgbClr val="61A796"/>
      </a:accent4>
      <a:accent5>
        <a:srgbClr val="4E5798"/>
      </a:accent5>
      <a:accent6>
        <a:srgbClr val="7E5C5C"/>
      </a:accent6>
      <a:hlink>
        <a:srgbClr val="0070C0"/>
      </a:hlink>
      <a:folHlink>
        <a:srgbClr val="7030A0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Books16x9">
      <a:dk1>
        <a:srgbClr val="374C81"/>
      </a:dk1>
      <a:lt1>
        <a:srgbClr val="FFFFFF"/>
      </a:lt1>
      <a:dk2>
        <a:srgbClr val="000000"/>
      </a:dk2>
      <a:lt2>
        <a:srgbClr val="EDE5DF"/>
      </a:lt2>
      <a:accent1>
        <a:srgbClr val="414E77"/>
      </a:accent1>
      <a:accent2>
        <a:srgbClr val="70AAC4"/>
      </a:accent2>
      <a:accent3>
        <a:srgbClr val="8B6A94"/>
      </a:accent3>
      <a:accent4>
        <a:srgbClr val="61A796"/>
      </a:accent4>
      <a:accent5>
        <a:srgbClr val="4E5798"/>
      </a:accent5>
      <a:accent6>
        <a:srgbClr val="7E5C5C"/>
      </a:accent6>
      <a:hlink>
        <a:srgbClr val="0070C0"/>
      </a:hlink>
      <a:folHlink>
        <a:srgbClr val="7030A0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Books16x9">
      <a:dk1>
        <a:srgbClr val="374C81"/>
      </a:dk1>
      <a:lt1>
        <a:srgbClr val="FFFFFF"/>
      </a:lt1>
      <a:dk2>
        <a:srgbClr val="000000"/>
      </a:dk2>
      <a:lt2>
        <a:srgbClr val="EDE5DF"/>
      </a:lt2>
      <a:accent1>
        <a:srgbClr val="414E77"/>
      </a:accent1>
      <a:accent2>
        <a:srgbClr val="70AAC4"/>
      </a:accent2>
      <a:accent3>
        <a:srgbClr val="8B6A94"/>
      </a:accent3>
      <a:accent4>
        <a:srgbClr val="61A796"/>
      </a:accent4>
      <a:accent5>
        <a:srgbClr val="4E5798"/>
      </a:accent5>
      <a:accent6>
        <a:srgbClr val="7E5C5C"/>
      </a:accent6>
      <a:hlink>
        <a:srgbClr val="0070C0"/>
      </a:hlink>
      <a:folHlink>
        <a:srgbClr val="7030A0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3547</Words>
  <Application>Microsoft Office PowerPoint</Application>
  <PresentationFormat>宽屏</PresentationFormat>
  <Paragraphs>396</Paragraphs>
  <Slides>24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28" baseType="lpstr">
      <vt:lpstr>微软雅黑</vt:lpstr>
      <vt:lpstr>Arial</vt:lpstr>
      <vt:lpstr>Century Gothic</vt:lpstr>
      <vt:lpstr>书籍 16x9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119</cp:revision>
  <dcterms:created xsi:type="dcterms:W3CDTF">2018-10-15T09:42:00Z</dcterms:created>
  <dcterms:modified xsi:type="dcterms:W3CDTF">2022-12-29T01:25:14Z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  <property fmtid="{D5CDD505-2E9C-101B-9397-08002B2CF9AE}" pid="8" name="KSOProductBuildVer">
    <vt:lpwstr>2052-11.1.0.11365</vt:lpwstr>
  </property>
  <property fmtid="{D5CDD505-2E9C-101B-9397-08002B2CF9AE}" pid="9" name="ICV">
    <vt:lpwstr>49977C3A4801486D96E4880FB7B1417E</vt:lpwstr>
  </property>
</Properties>
</file>